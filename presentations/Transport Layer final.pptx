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Poppins"/>
      <p:regular r:id="rId20"/>
      <p:bold r:id="rId21"/>
      <p:italic r:id="rId22"/>
      <p:boldItalic r:id="rId23"/>
    </p:embeddedFont>
    <p:embeddedFont>
      <p:font typeface="Source Code Pro"/>
      <p:regular r:id="rId24"/>
      <p:bold r:id="rId25"/>
      <p:italic r:id="rId26"/>
      <p:boldItalic r:id="rId27"/>
    </p:embeddedFont>
    <p:embeddedFont>
      <p:font typeface="Poppins Medium"/>
      <p:regular r:id="rId28"/>
      <p:bold r:id="rId29"/>
      <p:italic r:id="rId30"/>
      <p:boldItalic r:id="rId31"/>
    </p:embeddedFont>
    <p:embeddedFont>
      <p:font typeface="PT Sans"/>
      <p:regular r:id="rId32"/>
      <p:bold r:id="rId33"/>
      <p:italic r:id="rId34"/>
      <p:boldItalic r:id="rId35"/>
    </p:embeddedFont>
    <p:embeddedFont>
      <p:font typeface="IBM Plex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SourceCodePro-regular.fntdata"/><Relationship Id="rId23" Type="http://schemas.openxmlformats.org/officeDocument/2006/relationships/font" Target="fonts/Poppi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SourceCodePro-italic.fntdata"/><Relationship Id="rId25" Type="http://schemas.openxmlformats.org/officeDocument/2006/relationships/font" Target="fonts/SourceCodePro-bold.fntdata"/><Relationship Id="rId28" Type="http://schemas.openxmlformats.org/officeDocument/2006/relationships/font" Target="fonts/PoppinsMedium-regular.fntdata"/><Relationship Id="rId27" Type="http://schemas.openxmlformats.org/officeDocument/2006/relationships/font" Target="fonts/SourceCodePro-bold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oppinsMedium-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oppinsMedium-boldItalic.fntdata"/><Relationship Id="rId30" Type="http://schemas.openxmlformats.org/officeDocument/2006/relationships/font" Target="fonts/PoppinsMedium-italic.fntdata"/><Relationship Id="rId11" Type="http://schemas.openxmlformats.org/officeDocument/2006/relationships/slide" Target="slides/slide7.xml"/><Relationship Id="rId33" Type="http://schemas.openxmlformats.org/officeDocument/2006/relationships/font" Target="fonts/PTSans-bold.fntdata"/><Relationship Id="rId10" Type="http://schemas.openxmlformats.org/officeDocument/2006/relationships/slide" Target="slides/slide6.xml"/><Relationship Id="rId32" Type="http://schemas.openxmlformats.org/officeDocument/2006/relationships/font" Target="fonts/PTSans-regular.fntdata"/><Relationship Id="rId13" Type="http://schemas.openxmlformats.org/officeDocument/2006/relationships/slide" Target="slides/slide9.xml"/><Relationship Id="rId35" Type="http://schemas.openxmlformats.org/officeDocument/2006/relationships/font" Target="fonts/PTSans-boldItalic.fntdata"/><Relationship Id="rId12" Type="http://schemas.openxmlformats.org/officeDocument/2006/relationships/slide" Target="slides/slide8.xml"/><Relationship Id="rId34" Type="http://schemas.openxmlformats.org/officeDocument/2006/relationships/font" Target="fonts/PTSans-italic.fntdata"/><Relationship Id="rId15" Type="http://schemas.openxmlformats.org/officeDocument/2006/relationships/slide" Target="slides/slide11.xml"/><Relationship Id="rId37" Type="http://schemas.openxmlformats.org/officeDocument/2006/relationships/font" Target="fonts/IBMPlexMono-bold.fntdata"/><Relationship Id="rId14" Type="http://schemas.openxmlformats.org/officeDocument/2006/relationships/slide" Target="slides/slide10.xml"/><Relationship Id="rId36" Type="http://schemas.openxmlformats.org/officeDocument/2006/relationships/font" Target="fonts/IBMPlexMono-regular.fntdata"/><Relationship Id="rId17" Type="http://schemas.openxmlformats.org/officeDocument/2006/relationships/slide" Target="slides/slide13.xml"/><Relationship Id="rId39" Type="http://schemas.openxmlformats.org/officeDocument/2006/relationships/font" Target="fonts/IBMPlexMono-boldItalic.fntdata"/><Relationship Id="rId16" Type="http://schemas.openxmlformats.org/officeDocument/2006/relationships/slide" Target="slides/slide12.xml"/><Relationship Id="rId38" Type="http://schemas.openxmlformats.org/officeDocument/2006/relationships/font" Target="fonts/IBMPlexMono-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0" name="Shape 1420"/>
        <p:cNvGrpSpPr/>
        <p:nvPr/>
      </p:nvGrpSpPr>
      <p:grpSpPr>
        <a:xfrm>
          <a:off x="0" y="0"/>
          <a:ext cx="0" cy="0"/>
          <a:chOff x="0" y="0"/>
          <a:chExt cx="0" cy="0"/>
        </a:xfrm>
      </p:grpSpPr>
      <p:sp>
        <p:nvSpPr>
          <p:cNvPr id="1421" name="Google Shape;1421;gd1bf8d60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2" name="Google Shape;1422;gd1bf8d60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g3d4b0476fb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9" name="Google Shape;1449;g3d4b0476fb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4" name="Shape 1454"/>
        <p:cNvGrpSpPr/>
        <p:nvPr/>
      </p:nvGrpSpPr>
      <p:grpSpPr>
        <a:xfrm>
          <a:off x="0" y="0"/>
          <a:ext cx="0" cy="0"/>
          <a:chOff x="0" y="0"/>
          <a:chExt cx="0" cy="0"/>
        </a:xfrm>
      </p:grpSpPr>
      <p:sp>
        <p:nvSpPr>
          <p:cNvPr id="1455" name="Google Shape;1455;g3d4b0476fb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6" name="Google Shape;1456;g3d4b0476fb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0" name="Shape 1460"/>
        <p:cNvGrpSpPr/>
        <p:nvPr/>
      </p:nvGrpSpPr>
      <p:grpSpPr>
        <a:xfrm>
          <a:off x="0" y="0"/>
          <a:ext cx="0" cy="0"/>
          <a:chOff x="0" y="0"/>
          <a:chExt cx="0" cy="0"/>
        </a:xfrm>
      </p:grpSpPr>
      <p:sp>
        <p:nvSpPr>
          <p:cNvPr id="1461" name="Google Shape;1461;g3d4b0476fb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2" name="Google Shape;1462;g3d4b0476fb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3d4b0476fb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3d4b0476fb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d4b0476fb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0" name="Google Shape;1490;g3d4b0476fb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4" name="Shape 1494"/>
        <p:cNvGrpSpPr/>
        <p:nvPr/>
      </p:nvGrpSpPr>
      <p:grpSpPr>
        <a:xfrm>
          <a:off x="0" y="0"/>
          <a:ext cx="0" cy="0"/>
          <a:chOff x="0" y="0"/>
          <a:chExt cx="0" cy="0"/>
        </a:xfrm>
      </p:grpSpPr>
      <p:sp>
        <p:nvSpPr>
          <p:cNvPr id="1495" name="Google Shape;1495;g3d4b0476fb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6" name="Google Shape;1496;g3d4b0476fb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g3d4b0476fb7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3" name="Google Shape;1503;g3d4b0476fb7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3d4b0476fb7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3d4b0476fb7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6" name="Shape 1516"/>
        <p:cNvGrpSpPr/>
        <p:nvPr/>
      </p:nvGrpSpPr>
      <p:grpSpPr>
        <a:xfrm>
          <a:off x="0" y="0"/>
          <a:ext cx="0" cy="0"/>
          <a:chOff x="0" y="0"/>
          <a:chExt cx="0" cy="0"/>
        </a:xfrm>
      </p:grpSpPr>
      <p:sp>
        <p:nvSpPr>
          <p:cNvPr id="1517" name="Google Shape;1517;g3d4b0476fb7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8" name="Google Shape;1518;g3d4b0476fb7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3d4b0476fb7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3d4b0476fb7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0" name="Shape 1530"/>
        <p:cNvGrpSpPr/>
        <p:nvPr/>
      </p:nvGrpSpPr>
      <p:grpSpPr>
        <a:xfrm>
          <a:off x="0" y="0"/>
          <a:ext cx="0" cy="0"/>
          <a:chOff x="0" y="0"/>
          <a:chExt cx="0" cy="0"/>
        </a:xfrm>
      </p:grpSpPr>
      <p:sp>
        <p:nvSpPr>
          <p:cNvPr id="1531" name="Google Shape;1531;g3d4b0476fb7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2" name="Google Shape;1532;g3d4b0476fb7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3d4b0476fb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3d4b0476fb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8" name="Shape 1548"/>
        <p:cNvGrpSpPr/>
        <p:nvPr/>
      </p:nvGrpSpPr>
      <p:grpSpPr>
        <a:xfrm>
          <a:off x="0" y="0"/>
          <a:ext cx="0" cy="0"/>
          <a:chOff x="0" y="0"/>
          <a:chExt cx="0" cy="0"/>
        </a:xfrm>
      </p:grpSpPr>
      <p:sp>
        <p:nvSpPr>
          <p:cNvPr id="1549" name="Google Shape;1549;g3d4b0476fb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0" name="Google Shape;1550;g3d4b0476fb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g3d4b0476fb7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7" name="Google Shape;1557;g3d4b0476fb7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 name="Google Shape;12;p2"/>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16" name="Google Shape;16;p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b="26177" l="16960" r="7121" t="24719"/>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2"/>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 name="Google Shape;54;p2"/>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2"/>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 name="Google Shape;69;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 name="Google Shape;8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 name="Google Shape;9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p3"/>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3"/>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200">
                <a:latin typeface="Poppins"/>
                <a:ea typeface="Poppins"/>
                <a:cs typeface="Poppins"/>
                <a:sym typeface="Poppins"/>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8" name="Google Shape;98;p3"/>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5" name="Google Shape;11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 name="Google Shape;13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0" name="Shape 140"/>
        <p:cNvGrpSpPr/>
        <p:nvPr/>
      </p:nvGrpSpPr>
      <p:grpSpPr>
        <a:xfrm>
          <a:off x="0" y="0"/>
          <a:ext cx="0" cy="0"/>
          <a:chOff x="0" y="0"/>
          <a:chExt cx="0" cy="0"/>
        </a:xfrm>
      </p:grpSpPr>
      <p:sp>
        <p:nvSpPr>
          <p:cNvPr id="141" name="Google Shape;14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 name="Google Shape;142;p4"/>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AutoNum type="arabicPeriod"/>
              <a:defRPr>
                <a:solidFill>
                  <a:srgbClr val="191919"/>
                </a:solidFill>
              </a:defRPr>
            </a:lvl1pPr>
            <a:lvl2pPr indent="-317500" lvl="1" marL="9144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b="26177" l="16960" r="7121" t="24719"/>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4"/>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p4"/>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4" name="Shape 174"/>
        <p:cNvGrpSpPr/>
        <p:nvPr/>
      </p:nvGrpSpPr>
      <p:grpSpPr>
        <a:xfrm>
          <a:off x="0" y="0"/>
          <a:ext cx="0" cy="0"/>
          <a:chOff x="0" y="0"/>
          <a:chExt cx="0" cy="0"/>
        </a:xfrm>
      </p:grpSpPr>
      <p:sp>
        <p:nvSpPr>
          <p:cNvPr id="175" name="Google Shape;17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5"/>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7" name="Google Shape;177;p5"/>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5"/>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79" name="Google Shape;179;p5"/>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b="26177" l="16960" r="7121" t="24719"/>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5" name="Google Shape;205;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0" name="Google Shape;22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0" name="Google Shape;23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5"/>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1" name="Google Shape;241;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42" name="Google Shape;242;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 name="Google Shape;249;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50" name="Google Shape;250;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 name="Google Shape;254;p6"/>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255" name="Google Shape;25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4" name="Google Shape;28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4" name="Google Shape;29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8" name="Google Shape;308;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3" name="Google Shape;32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3" name="Google Shape;33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37" name="Google Shape;337;p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8" name="Shape 338"/>
        <p:cNvGrpSpPr/>
        <p:nvPr/>
      </p:nvGrpSpPr>
      <p:grpSpPr>
        <a:xfrm>
          <a:off x="0" y="0"/>
          <a:ext cx="0" cy="0"/>
          <a:chOff x="0" y="0"/>
          <a:chExt cx="0" cy="0"/>
        </a:xfrm>
      </p:grpSpPr>
      <p:sp>
        <p:nvSpPr>
          <p:cNvPr id="339" name="Google Shape;339;p7"/>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p:txBody>
      </p:sp>
      <p:sp>
        <p:nvSpPr>
          <p:cNvPr id="340" name="Google Shape;340;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 name="Google Shape;349;p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50" name="Google Shape;350;p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alphaModFix/>
            </a:blip>
            <a:srcRect b="26177" l="16960" r="7121" t="24719"/>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4" name="Shape 364"/>
        <p:cNvGrpSpPr/>
        <p:nvPr/>
      </p:nvGrpSpPr>
      <p:grpSpPr>
        <a:xfrm>
          <a:off x="0" y="0"/>
          <a:ext cx="0" cy="0"/>
          <a:chOff x="0" y="0"/>
          <a:chExt cx="0" cy="0"/>
        </a:xfrm>
      </p:grpSpPr>
      <p:sp>
        <p:nvSpPr>
          <p:cNvPr id="365" name="Google Shape;365;p8"/>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66" name="Google Shape;366;p8"/>
          <p:cNvGrpSpPr/>
          <p:nvPr/>
        </p:nvGrpSpPr>
        <p:grpSpPr>
          <a:xfrm>
            <a:off x="6475811" y="-1541623"/>
            <a:ext cx="2583360" cy="2409685"/>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8"/>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p9"/>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7" name="Google Shape;377;p9"/>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rtl="0">
              <a:spcBef>
                <a:spcPts val="0"/>
              </a:spcBef>
              <a:spcAft>
                <a:spcPts val="0"/>
              </a:spcAft>
              <a:buSzPts val="800"/>
              <a:buFont typeface="Open Sans"/>
              <a:buChar char="●"/>
              <a:defRPr/>
            </a:lvl1pPr>
            <a:lvl2pPr lvl="1" rtl="0" algn="ctr">
              <a:lnSpc>
                <a:spcPct val="100000"/>
              </a:lnSpc>
              <a:spcBef>
                <a:spcPts val="0"/>
              </a:spcBef>
              <a:spcAft>
                <a:spcPts val="0"/>
              </a:spcAft>
              <a:buSzPts val="800"/>
              <a:buFont typeface="Open Sans"/>
              <a:buChar char="○"/>
              <a:defRPr/>
            </a:lvl2pPr>
            <a:lvl3pPr lvl="2" rtl="0" algn="ctr">
              <a:lnSpc>
                <a:spcPct val="100000"/>
              </a:lnSpc>
              <a:spcBef>
                <a:spcPts val="0"/>
              </a:spcBef>
              <a:spcAft>
                <a:spcPts val="0"/>
              </a:spcAft>
              <a:buSzPts val="800"/>
              <a:buFont typeface="Open Sans"/>
              <a:buChar char="■"/>
              <a:defRPr/>
            </a:lvl3pPr>
            <a:lvl4pPr lvl="3" rtl="0" algn="ctr">
              <a:lnSpc>
                <a:spcPct val="100000"/>
              </a:lnSpc>
              <a:spcBef>
                <a:spcPts val="0"/>
              </a:spcBef>
              <a:spcAft>
                <a:spcPts val="0"/>
              </a:spcAft>
              <a:buSzPts val="800"/>
              <a:buFont typeface="Open Sans"/>
              <a:buChar char="●"/>
              <a:defRPr/>
            </a:lvl4pPr>
            <a:lvl5pPr lvl="4" rtl="0" algn="ctr">
              <a:lnSpc>
                <a:spcPct val="100000"/>
              </a:lnSpc>
              <a:spcBef>
                <a:spcPts val="0"/>
              </a:spcBef>
              <a:spcAft>
                <a:spcPts val="0"/>
              </a:spcAft>
              <a:buSzPts val="1200"/>
              <a:buFont typeface="Open Sans"/>
              <a:buChar char="○"/>
              <a:defRPr/>
            </a:lvl5pPr>
            <a:lvl6pPr lvl="5" rtl="0" algn="ctr">
              <a:lnSpc>
                <a:spcPct val="100000"/>
              </a:lnSpc>
              <a:spcBef>
                <a:spcPts val="0"/>
              </a:spcBef>
              <a:spcAft>
                <a:spcPts val="0"/>
              </a:spcAft>
              <a:buSzPts val="1200"/>
              <a:buFont typeface="Open Sans"/>
              <a:buChar char="■"/>
              <a:defRPr/>
            </a:lvl6pPr>
            <a:lvl7pPr lvl="6" rtl="0" algn="ctr">
              <a:lnSpc>
                <a:spcPct val="100000"/>
              </a:lnSpc>
              <a:spcBef>
                <a:spcPts val="0"/>
              </a:spcBef>
              <a:spcAft>
                <a:spcPts val="0"/>
              </a:spcAft>
              <a:buSzPts val="700"/>
              <a:buFont typeface="Open Sans"/>
              <a:buChar char="●"/>
              <a:defRPr/>
            </a:lvl7pPr>
            <a:lvl8pPr lvl="7" rtl="0" algn="ctr">
              <a:lnSpc>
                <a:spcPct val="100000"/>
              </a:lnSpc>
              <a:spcBef>
                <a:spcPts val="0"/>
              </a:spcBef>
              <a:spcAft>
                <a:spcPts val="0"/>
              </a:spcAft>
              <a:buSzPts val="700"/>
              <a:buFont typeface="Open Sans"/>
              <a:buChar char="○"/>
              <a:defRPr/>
            </a:lvl8pPr>
            <a:lvl9pPr lvl="8" rtl="0" algn="ctr">
              <a:lnSpc>
                <a:spcPct val="100000"/>
              </a:lnSpc>
              <a:spcBef>
                <a:spcPts val="0"/>
              </a:spcBef>
              <a:spcAft>
                <a:spcPts val="0"/>
              </a:spcAft>
              <a:buSzPts val="600"/>
              <a:buFont typeface="Open Sans"/>
              <a:buChar char="■"/>
              <a:defRPr/>
            </a:lvl9pPr>
          </a:lstStyle>
          <a:p/>
        </p:txBody>
      </p:sp>
      <p:sp>
        <p:nvSpPr>
          <p:cNvPr id="378" name="Google Shape;378;p9"/>
          <p:cNvSpPr/>
          <p:nvPr>
            <p:ph idx="2" type="pic"/>
          </p:nvPr>
        </p:nvSpPr>
        <p:spPr>
          <a:xfrm>
            <a:off x="4135800" y="539500"/>
            <a:ext cx="4295100" cy="4069200"/>
          </a:xfrm>
          <a:prstGeom prst="snip1Rect">
            <a:avLst>
              <a:gd fmla="val 16667" name="adj"/>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b="26177" l="16960" r="7121" t="24719"/>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8" name="Google Shape;398;p9"/>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 name="Google Shape;409;p9"/>
            <p:cNvPicPr preferRelativeResize="0"/>
            <p:nvPr/>
          </p:nvPicPr>
          <p:blipFill rotWithShape="1">
            <a:blip r:embed="rId2">
              <a:alphaModFix/>
            </a:blip>
            <a:srcRect b="26177" l="16960" r="7121" t="24719"/>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9"/>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 name="Google Shape;422;p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23" name="Google Shape;423;p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4" name="Shape 424"/>
        <p:cNvGrpSpPr/>
        <p:nvPr/>
      </p:nvGrpSpPr>
      <p:grpSpPr>
        <a:xfrm>
          <a:off x="0" y="0"/>
          <a:ext cx="0" cy="0"/>
          <a:chOff x="0" y="0"/>
          <a:chExt cx="0" cy="0"/>
        </a:xfrm>
      </p:grpSpPr>
      <p:sp>
        <p:nvSpPr>
          <p:cNvPr id="425" name="Google Shape;425;p10"/>
          <p:cNvSpPr/>
          <p:nvPr>
            <p:ph idx="2" type="pic"/>
          </p:nvPr>
        </p:nvSpPr>
        <p:spPr>
          <a:xfrm>
            <a:off x="0" y="0"/>
            <a:ext cx="9144000" cy="5143500"/>
          </a:xfrm>
          <a:prstGeom prst="rect">
            <a:avLst/>
          </a:prstGeom>
          <a:noFill/>
          <a:ln>
            <a:noFill/>
          </a:ln>
        </p:spPr>
      </p:sp>
      <p:sp>
        <p:nvSpPr>
          <p:cNvPr id="426" name="Google Shape;426;p10"/>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sz="25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7" name="Shape 427"/>
        <p:cNvGrpSpPr/>
        <p:nvPr/>
      </p:nvGrpSpPr>
      <p:grpSpPr>
        <a:xfrm>
          <a:off x="0" y="0"/>
          <a:ext cx="0" cy="0"/>
          <a:chOff x="0" y="0"/>
          <a:chExt cx="0" cy="0"/>
        </a:xfrm>
      </p:grpSpPr>
      <p:sp>
        <p:nvSpPr>
          <p:cNvPr id="428" name="Google Shape;428;p11"/>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Poppins"/>
              <a:buNone/>
              <a:defRPr sz="6000">
                <a:latin typeface="Poppins"/>
                <a:ea typeface="Poppins"/>
                <a:cs typeface="Poppins"/>
                <a:sym typeface="Poppins"/>
              </a:defRPr>
            </a:lvl1pPr>
            <a:lvl2pPr lvl="1" algn="ctr">
              <a:spcBef>
                <a:spcPts val="0"/>
              </a:spcBef>
              <a:spcAft>
                <a:spcPts val="0"/>
              </a:spcAft>
              <a:buSzPts val="9600"/>
              <a:buFont typeface="Poppins"/>
              <a:buNone/>
              <a:defRPr sz="9600">
                <a:latin typeface="Poppins"/>
                <a:ea typeface="Poppins"/>
                <a:cs typeface="Poppins"/>
                <a:sym typeface="Poppins"/>
              </a:defRPr>
            </a:lvl2pPr>
            <a:lvl3pPr lvl="2" algn="ctr">
              <a:spcBef>
                <a:spcPts val="0"/>
              </a:spcBef>
              <a:spcAft>
                <a:spcPts val="0"/>
              </a:spcAft>
              <a:buSzPts val="9600"/>
              <a:buFont typeface="Poppins"/>
              <a:buNone/>
              <a:defRPr sz="9600">
                <a:latin typeface="Poppins"/>
                <a:ea typeface="Poppins"/>
                <a:cs typeface="Poppins"/>
                <a:sym typeface="Poppins"/>
              </a:defRPr>
            </a:lvl3pPr>
            <a:lvl4pPr lvl="3" algn="ctr">
              <a:spcBef>
                <a:spcPts val="0"/>
              </a:spcBef>
              <a:spcAft>
                <a:spcPts val="0"/>
              </a:spcAft>
              <a:buSzPts val="9600"/>
              <a:buFont typeface="Poppins"/>
              <a:buNone/>
              <a:defRPr sz="9600">
                <a:latin typeface="Poppins"/>
                <a:ea typeface="Poppins"/>
                <a:cs typeface="Poppins"/>
                <a:sym typeface="Poppins"/>
              </a:defRPr>
            </a:lvl4pPr>
            <a:lvl5pPr lvl="4" algn="ctr">
              <a:spcBef>
                <a:spcPts val="0"/>
              </a:spcBef>
              <a:spcAft>
                <a:spcPts val="0"/>
              </a:spcAft>
              <a:buSzPts val="9600"/>
              <a:buFont typeface="Poppins"/>
              <a:buNone/>
              <a:defRPr sz="9600">
                <a:latin typeface="Poppins"/>
                <a:ea typeface="Poppins"/>
                <a:cs typeface="Poppins"/>
                <a:sym typeface="Poppins"/>
              </a:defRPr>
            </a:lvl5pPr>
            <a:lvl6pPr lvl="5" algn="ctr">
              <a:spcBef>
                <a:spcPts val="0"/>
              </a:spcBef>
              <a:spcAft>
                <a:spcPts val="0"/>
              </a:spcAft>
              <a:buSzPts val="9600"/>
              <a:buFont typeface="Poppins"/>
              <a:buNone/>
              <a:defRPr sz="9600">
                <a:latin typeface="Poppins"/>
                <a:ea typeface="Poppins"/>
                <a:cs typeface="Poppins"/>
                <a:sym typeface="Poppins"/>
              </a:defRPr>
            </a:lvl6pPr>
            <a:lvl7pPr lvl="6" algn="ctr">
              <a:spcBef>
                <a:spcPts val="0"/>
              </a:spcBef>
              <a:spcAft>
                <a:spcPts val="0"/>
              </a:spcAft>
              <a:buSzPts val="9600"/>
              <a:buFont typeface="Poppins"/>
              <a:buNone/>
              <a:defRPr sz="9600">
                <a:latin typeface="Poppins"/>
                <a:ea typeface="Poppins"/>
                <a:cs typeface="Poppins"/>
                <a:sym typeface="Poppins"/>
              </a:defRPr>
            </a:lvl7pPr>
            <a:lvl8pPr lvl="7" algn="ctr">
              <a:spcBef>
                <a:spcPts val="0"/>
              </a:spcBef>
              <a:spcAft>
                <a:spcPts val="0"/>
              </a:spcAft>
              <a:buSzPts val="9600"/>
              <a:buFont typeface="Poppins"/>
              <a:buNone/>
              <a:defRPr sz="9600">
                <a:latin typeface="Poppins"/>
                <a:ea typeface="Poppins"/>
                <a:cs typeface="Poppins"/>
                <a:sym typeface="Poppins"/>
              </a:defRPr>
            </a:lvl8pPr>
            <a:lvl9pPr lvl="8" algn="ctr">
              <a:spcBef>
                <a:spcPts val="0"/>
              </a:spcBef>
              <a:spcAft>
                <a:spcPts val="0"/>
              </a:spcAft>
              <a:buSzPts val="9600"/>
              <a:buFont typeface="Poppins"/>
              <a:buNone/>
              <a:defRPr sz="9600">
                <a:latin typeface="Poppins"/>
                <a:ea typeface="Poppins"/>
                <a:cs typeface="Poppins"/>
                <a:sym typeface="Poppins"/>
              </a:defRPr>
            </a:lvl9pPr>
          </a:lstStyle>
          <a:p>
            <a:r>
              <a:t>xx%</a:t>
            </a:r>
          </a:p>
        </p:txBody>
      </p:sp>
      <p:sp>
        <p:nvSpPr>
          <p:cNvPr id="429" name="Google Shape;429;p11"/>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 name="Google Shape;462;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 name="Google Shape;470;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8" name="Google Shape;478;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 name="Google Shape;486;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11"/>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1"/>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93" name="Shape 4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94" name="Shape 494"/>
        <p:cNvGrpSpPr/>
        <p:nvPr/>
      </p:nvGrpSpPr>
      <p:grpSpPr>
        <a:xfrm>
          <a:off x="0" y="0"/>
          <a:ext cx="0" cy="0"/>
          <a:chOff x="0" y="0"/>
          <a:chExt cx="0" cy="0"/>
        </a:xfrm>
      </p:grpSpPr>
      <p:sp>
        <p:nvSpPr>
          <p:cNvPr id="495" name="Google Shape;4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96" name="Google Shape;496;p13"/>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7" name="Google Shape;497;p13"/>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8" name="Google Shape;498;p13"/>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9" name="Google Shape;499;p13"/>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0" name="Google Shape;500;p13"/>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Poppins"/>
                <a:ea typeface="Poppins"/>
                <a:cs typeface="Poppins"/>
                <a:sym typeface="Poppins"/>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5" name="Google Shape;505;p13"/>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6" name="Google Shape;506;p13"/>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07" name="Google Shape;507;p13"/>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4"/>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flipH="1" rot="-2700000">
              <a:off x="7289785" y="-1246897"/>
              <a:ext cx="2552124" cy="3347490"/>
              <a:chOff x="2976325" y="908175"/>
              <a:chExt cx="4028179" cy="5283555"/>
            </a:xfrm>
          </p:grpSpPr>
          <p:sp>
            <p:nvSpPr>
              <p:cNvPr id="535" name="Google Shape;535;p1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13"/>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3"/>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2" name="Google Shape;542;p13"/>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543" name="Google Shape;543;p13"/>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44" name="Shape 544"/>
        <p:cNvGrpSpPr/>
        <p:nvPr/>
      </p:nvGrpSpPr>
      <p:grpSpPr>
        <a:xfrm>
          <a:off x="0" y="0"/>
          <a:ext cx="0" cy="0"/>
          <a:chOff x="0" y="0"/>
          <a:chExt cx="0" cy="0"/>
        </a:xfrm>
      </p:grpSpPr>
      <p:sp>
        <p:nvSpPr>
          <p:cNvPr id="545" name="Google Shape;545;p14"/>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46" name="Google Shape;546;p14"/>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8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47" name="Shape 547"/>
        <p:cNvGrpSpPr/>
        <p:nvPr/>
      </p:nvGrpSpPr>
      <p:grpSpPr>
        <a:xfrm>
          <a:off x="0" y="0"/>
          <a:ext cx="0" cy="0"/>
          <a:chOff x="0" y="0"/>
          <a:chExt cx="0" cy="0"/>
        </a:xfrm>
      </p:grpSpPr>
      <p:sp>
        <p:nvSpPr>
          <p:cNvPr id="548" name="Google Shape;54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549" name="Google Shape;549;p15"/>
          <p:cNvGrpSpPr/>
          <p:nvPr/>
        </p:nvGrpSpPr>
        <p:grpSpPr>
          <a:xfrm>
            <a:off x="4967675" y="4931713"/>
            <a:ext cx="439200" cy="439100"/>
            <a:chOff x="1101075" y="2142375"/>
            <a:chExt cx="439200" cy="439100"/>
          </a:xfrm>
        </p:grpSpPr>
        <p:sp>
          <p:nvSpPr>
            <p:cNvPr id="550" name="Google Shape;550;p1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 name="Google Shape;552;p15"/>
          <p:cNvGrpSpPr/>
          <p:nvPr/>
        </p:nvGrpSpPr>
        <p:grpSpPr>
          <a:xfrm>
            <a:off x="2176605" y="-3695660"/>
            <a:ext cx="7317722" cy="6983297"/>
            <a:chOff x="2100405" y="-3619460"/>
            <a:chExt cx="7317722" cy="6983297"/>
          </a:xfrm>
        </p:grpSpPr>
        <p:sp>
          <p:nvSpPr>
            <p:cNvPr id="553" name="Google Shape;553;p15"/>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15"/>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5"/>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5"/>
          <p:cNvGrpSpPr/>
          <p:nvPr/>
        </p:nvGrpSpPr>
        <p:grpSpPr>
          <a:xfrm>
            <a:off x="-2424242" y="2074146"/>
            <a:ext cx="6274943" cy="6257753"/>
            <a:chOff x="-2447692" y="2022396"/>
            <a:chExt cx="6274943" cy="6257753"/>
          </a:xfrm>
        </p:grpSpPr>
        <p:grpSp>
          <p:nvGrpSpPr>
            <p:cNvPr id="575" name="Google Shape;575;p15"/>
            <p:cNvGrpSpPr/>
            <p:nvPr/>
          </p:nvGrpSpPr>
          <p:grpSpPr>
            <a:xfrm flipH="1" rot="10800000">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7" name="Google Shape;607;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8" name="Google Shape;608;p15"/>
            <p:cNvGrpSpPr/>
            <p:nvPr/>
          </p:nvGrpSpPr>
          <p:grpSpPr>
            <a:xfrm flipH="1" rot="-3320950">
              <a:off x="-1885521" y="3185658"/>
              <a:ext cx="4889863" cy="3931229"/>
              <a:chOff x="7103825" y="-713112"/>
              <a:chExt cx="3785226" cy="3043150"/>
            </a:xfrm>
          </p:grpSpPr>
          <p:sp>
            <p:nvSpPr>
              <p:cNvPr id="609" name="Google Shape;609;p15"/>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0" name="Google Shape;610;p15"/>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611" name="Google Shape;611;p15"/>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5"/>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15" name="Shape 615"/>
        <p:cNvGrpSpPr/>
        <p:nvPr/>
      </p:nvGrpSpPr>
      <p:grpSpPr>
        <a:xfrm>
          <a:off x="0" y="0"/>
          <a:ext cx="0" cy="0"/>
          <a:chOff x="0" y="0"/>
          <a:chExt cx="0" cy="0"/>
        </a:xfrm>
      </p:grpSpPr>
      <p:sp>
        <p:nvSpPr>
          <p:cNvPr id="616" name="Google Shape;616;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7" name="Google Shape;627;p16"/>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alphaModFix/>
            </a:blip>
            <a:srcRect b="26177" l="16960" r="7121" t="24719"/>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alphaModFix/>
            </a:blip>
            <a:srcRect b="26177" l="16960" r="7121" t="24719"/>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9" name="Google Shape;669;p1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670" name="Google Shape;670;p1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671" name="Shape 671"/>
        <p:cNvGrpSpPr/>
        <p:nvPr/>
      </p:nvGrpSpPr>
      <p:grpSpPr>
        <a:xfrm>
          <a:off x="0" y="0"/>
          <a:ext cx="0" cy="0"/>
          <a:chOff x="0" y="0"/>
          <a:chExt cx="0" cy="0"/>
        </a:xfrm>
      </p:grpSpPr>
      <p:sp>
        <p:nvSpPr>
          <p:cNvPr id="672" name="Google Shape;67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 name="Google Shape;692;p17"/>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alphaModFix/>
            </a:blip>
            <a:srcRect b="26177" l="16960" r="7121" t="24719"/>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17"/>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 name="Google Shape;707;p17"/>
              <p:cNvGrpSpPr/>
              <p:nvPr/>
            </p:nvGrpSpPr>
            <p:grpSpPr>
              <a:xfrm flipH="1" rot="-2700000">
                <a:off x="-216370" y="1084101"/>
                <a:ext cx="708093" cy="708493"/>
                <a:chOff x="3678700" y="407275"/>
                <a:chExt cx="708100" cy="708500"/>
              </a:xfrm>
            </p:grpSpPr>
            <p:sp>
              <p:nvSpPr>
                <p:cNvPr id="708" name="Google Shape;708;p1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7" name="Google Shape;717;p1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718" name="Google Shape;718;p1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719" name="Shape 719"/>
        <p:cNvGrpSpPr/>
        <p:nvPr/>
      </p:nvGrpSpPr>
      <p:grpSpPr>
        <a:xfrm>
          <a:off x="0" y="0"/>
          <a:ext cx="0" cy="0"/>
          <a:chOff x="0" y="0"/>
          <a:chExt cx="0" cy="0"/>
        </a:xfrm>
      </p:grpSpPr>
      <p:grpSp>
        <p:nvGrpSpPr>
          <p:cNvPr id="720" name="Google Shape;720;p18"/>
          <p:cNvGrpSpPr/>
          <p:nvPr/>
        </p:nvGrpSpPr>
        <p:grpSpPr>
          <a:xfrm>
            <a:off x="5404975" y="2221118"/>
            <a:ext cx="4263000" cy="3617400"/>
            <a:chOff x="5328775" y="2221118"/>
            <a:chExt cx="4263000" cy="3617400"/>
          </a:xfrm>
        </p:grpSpPr>
        <p:sp>
          <p:nvSpPr>
            <p:cNvPr id="721" name="Google Shape;721;p18"/>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18"/>
            <p:cNvGrpSpPr/>
            <p:nvPr/>
          </p:nvGrpSpPr>
          <p:grpSpPr>
            <a:xfrm>
              <a:off x="7218100" y="4855088"/>
              <a:ext cx="931125" cy="525763"/>
              <a:chOff x="7218100" y="4855088"/>
              <a:chExt cx="931125" cy="525763"/>
            </a:xfrm>
          </p:grpSpPr>
          <p:grpSp>
            <p:nvGrpSpPr>
              <p:cNvPr id="723" name="Google Shape;723;p18"/>
              <p:cNvGrpSpPr/>
              <p:nvPr/>
            </p:nvGrpSpPr>
            <p:grpSpPr>
              <a:xfrm>
                <a:off x="7710025" y="4941750"/>
                <a:ext cx="439200" cy="439100"/>
                <a:chOff x="1101075" y="2142375"/>
                <a:chExt cx="439200" cy="439100"/>
              </a:xfrm>
            </p:grpSpPr>
            <p:sp>
              <p:nvSpPr>
                <p:cNvPr id="724" name="Google Shape;724;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18"/>
              <p:cNvGrpSpPr/>
              <p:nvPr/>
            </p:nvGrpSpPr>
            <p:grpSpPr>
              <a:xfrm>
                <a:off x="7218100" y="4855088"/>
                <a:ext cx="439200" cy="439100"/>
                <a:chOff x="1101075" y="2142375"/>
                <a:chExt cx="439200" cy="439100"/>
              </a:xfrm>
            </p:grpSpPr>
            <p:sp>
              <p:nvSpPr>
                <p:cNvPr id="727" name="Google Shape;727;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729" name="Google Shape;729;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30" name="Google Shape;730;p18"/>
          <p:cNvGrpSpPr/>
          <p:nvPr/>
        </p:nvGrpSpPr>
        <p:grpSpPr>
          <a:xfrm>
            <a:off x="-2175000" y="3012192"/>
            <a:ext cx="3701086" cy="3345172"/>
            <a:chOff x="-1886500" y="2599117"/>
            <a:chExt cx="3701086" cy="3345172"/>
          </a:xfrm>
        </p:grpSpPr>
        <p:pic>
          <p:nvPicPr>
            <p:cNvPr id="731" name="Google Shape;731;p18"/>
            <p:cNvPicPr preferRelativeResize="0"/>
            <p:nvPr/>
          </p:nvPicPr>
          <p:blipFill rotWithShape="1">
            <a:blip r:embed="rId2">
              <a:alphaModFix/>
            </a:blip>
            <a:srcRect b="26177" l="16960" r="7121" t="24719"/>
            <a:stretch/>
          </p:blipFill>
          <p:spPr>
            <a:xfrm rot="10800000">
              <a:off x="-1886500" y="3119537"/>
              <a:ext cx="3701086" cy="2824751"/>
            </a:xfrm>
            <a:prstGeom prst="rect">
              <a:avLst/>
            </a:prstGeom>
            <a:noFill/>
            <a:ln>
              <a:noFill/>
            </a:ln>
          </p:spPr>
        </p:pic>
        <p:sp>
          <p:nvSpPr>
            <p:cNvPr id="732" name="Google Shape;732;p18"/>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8"/>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4" name="Google Shape;734;p18"/>
            <p:cNvGrpSpPr/>
            <p:nvPr/>
          </p:nvGrpSpPr>
          <p:grpSpPr>
            <a:xfrm rot="10800000">
              <a:off x="-37979" y="5013439"/>
              <a:ext cx="134004" cy="134004"/>
              <a:chOff x="8356813" y="1074288"/>
              <a:chExt cx="351900" cy="351900"/>
            </a:xfrm>
          </p:grpSpPr>
          <p:sp>
            <p:nvSpPr>
              <p:cNvPr id="735" name="Google Shape;735;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18"/>
            <p:cNvGrpSpPr/>
            <p:nvPr/>
          </p:nvGrpSpPr>
          <p:grpSpPr>
            <a:xfrm rot="10800000">
              <a:off x="447446" y="4173589"/>
              <a:ext cx="134004" cy="134004"/>
              <a:chOff x="8356813" y="1074288"/>
              <a:chExt cx="351900" cy="351900"/>
            </a:xfrm>
          </p:grpSpPr>
          <p:sp>
            <p:nvSpPr>
              <p:cNvPr id="738" name="Google Shape;738;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 name="Google Shape;740;p18"/>
            <p:cNvGrpSpPr/>
            <p:nvPr/>
          </p:nvGrpSpPr>
          <p:grpSpPr>
            <a:xfrm rot="10800000">
              <a:off x="539621" y="2985514"/>
              <a:ext cx="134004" cy="134004"/>
              <a:chOff x="8356813" y="1074288"/>
              <a:chExt cx="351900" cy="351900"/>
            </a:xfrm>
          </p:grpSpPr>
          <p:sp>
            <p:nvSpPr>
              <p:cNvPr id="741" name="Google Shape;741;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8"/>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3" name="Google Shape;743;p18"/>
          <p:cNvGrpSpPr/>
          <p:nvPr/>
        </p:nvGrpSpPr>
        <p:grpSpPr>
          <a:xfrm>
            <a:off x="5928900" y="-249669"/>
            <a:ext cx="5688165" cy="3493826"/>
            <a:chOff x="5852700" y="-249669"/>
            <a:chExt cx="5688165" cy="3493826"/>
          </a:xfrm>
        </p:grpSpPr>
        <p:grpSp>
          <p:nvGrpSpPr>
            <p:cNvPr id="744" name="Google Shape;744;p18"/>
            <p:cNvGrpSpPr/>
            <p:nvPr/>
          </p:nvGrpSpPr>
          <p:grpSpPr>
            <a:xfrm>
              <a:off x="8783705" y="1899359"/>
              <a:ext cx="402160" cy="1344798"/>
              <a:chOff x="8668555" y="1976884"/>
              <a:chExt cx="402160" cy="1344798"/>
            </a:xfrm>
          </p:grpSpPr>
          <p:sp>
            <p:nvSpPr>
              <p:cNvPr id="745" name="Google Shape;745;p18"/>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 name="Google Shape;747;p18"/>
            <p:cNvGrpSpPr/>
            <p:nvPr/>
          </p:nvGrpSpPr>
          <p:grpSpPr>
            <a:xfrm>
              <a:off x="8598675" y="1421188"/>
              <a:ext cx="904666" cy="726121"/>
              <a:chOff x="7945225" y="4302000"/>
              <a:chExt cx="904666" cy="726121"/>
            </a:xfrm>
          </p:grpSpPr>
          <p:sp>
            <p:nvSpPr>
              <p:cNvPr id="748" name="Google Shape;748;p1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18"/>
            <p:cNvGrpSpPr/>
            <p:nvPr/>
          </p:nvGrpSpPr>
          <p:grpSpPr>
            <a:xfrm flipH="1" rot="10800000">
              <a:off x="7579756" y="-249669"/>
              <a:ext cx="2601921" cy="2438355"/>
              <a:chOff x="7340128" y="2866613"/>
              <a:chExt cx="2439225" cy="2438355"/>
            </a:xfrm>
          </p:grpSpPr>
          <p:sp>
            <p:nvSpPr>
              <p:cNvPr id="752" name="Google Shape;752;p18"/>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8"/>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4" name="Google Shape;754;p18"/>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5" name="Google Shape;755;p18"/>
            <p:cNvGrpSpPr/>
            <p:nvPr/>
          </p:nvGrpSpPr>
          <p:grpSpPr>
            <a:xfrm>
              <a:off x="6917731" y="246011"/>
              <a:ext cx="4623133" cy="134070"/>
              <a:chOff x="6917731" y="246011"/>
              <a:chExt cx="4623133" cy="134070"/>
            </a:xfrm>
          </p:grpSpPr>
          <p:sp>
            <p:nvSpPr>
              <p:cNvPr id="756" name="Google Shape;756;p18"/>
              <p:cNvSpPr/>
              <p:nvPr/>
            </p:nvSpPr>
            <p:spPr>
              <a:xfrm flipH="1">
                <a:off x="6917731" y="246011"/>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8"/>
              <p:cNvSpPr/>
              <p:nvPr/>
            </p:nvSpPr>
            <p:spPr>
              <a:xfrm flipH="1">
                <a:off x="6947845" y="276153"/>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8" name="Google Shape;758;p18"/>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759" name="Shape 759"/>
        <p:cNvGrpSpPr/>
        <p:nvPr/>
      </p:nvGrpSpPr>
      <p:grpSpPr>
        <a:xfrm>
          <a:off x="0" y="0"/>
          <a:ext cx="0" cy="0"/>
          <a:chOff x="0" y="0"/>
          <a:chExt cx="0" cy="0"/>
        </a:xfrm>
      </p:grpSpPr>
      <p:sp>
        <p:nvSpPr>
          <p:cNvPr id="760" name="Google Shape;76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61" name="Google Shape;761;p1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2" name="Google Shape;762;p1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9"/>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9"/>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9"/>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76" name="Google Shape;776;p19"/>
            <p:cNvPicPr preferRelativeResize="0"/>
            <p:nvPr/>
          </p:nvPicPr>
          <p:blipFill rotWithShape="1">
            <a:blip r:embed="rId2">
              <a:alphaModFix/>
            </a:blip>
            <a:srcRect b="26177" l="16960" r="7121" t="24719"/>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9"/>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98" name="Shape 798"/>
        <p:cNvGrpSpPr/>
        <p:nvPr/>
      </p:nvGrpSpPr>
      <p:grpSpPr>
        <a:xfrm>
          <a:off x="0" y="0"/>
          <a:ext cx="0" cy="0"/>
          <a:chOff x="0" y="0"/>
          <a:chExt cx="0" cy="0"/>
        </a:xfrm>
      </p:grpSpPr>
      <p:sp>
        <p:nvSpPr>
          <p:cNvPr id="799" name="Google Shape;799;p20"/>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0" name="Google Shape;800;p20"/>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b="26177" l="16960" r="7121" t="24719"/>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2" name="Google Shape;822;p20"/>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b="26177" l="16960" r="7121" t="24719"/>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42" name="Shape 842"/>
        <p:cNvGrpSpPr/>
        <p:nvPr/>
      </p:nvGrpSpPr>
      <p:grpSpPr>
        <a:xfrm>
          <a:off x="0" y="0"/>
          <a:ext cx="0" cy="0"/>
          <a:chOff x="0" y="0"/>
          <a:chExt cx="0" cy="0"/>
        </a:xfrm>
      </p:grpSpPr>
      <p:sp>
        <p:nvSpPr>
          <p:cNvPr id="843" name="Google Shape;84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4" name="Google Shape;844;p21"/>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AutoNum type="arabicPeriod"/>
              <a:defRPr/>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845" name="Google Shape;845;p21"/>
          <p:cNvGrpSpPr/>
          <p:nvPr/>
        </p:nvGrpSpPr>
        <p:grpSpPr>
          <a:xfrm>
            <a:off x="6846993" y="-1382193"/>
            <a:ext cx="4230595" cy="4230595"/>
            <a:chOff x="6597168" y="-1305993"/>
            <a:chExt cx="4230595" cy="4230595"/>
          </a:xfrm>
        </p:grpSpPr>
        <p:sp>
          <p:nvSpPr>
            <p:cNvPr id="846" name="Google Shape;846;p21"/>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9" name="Google Shape;849;p21"/>
            <p:cNvGrpSpPr/>
            <p:nvPr/>
          </p:nvGrpSpPr>
          <p:grpSpPr>
            <a:xfrm>
              <a:off x="8449011" y="1244697"/>
              <a:ext cx="134100" cy="134100"/>
              <a:chOff x="-1999139" y="3143772"/>
              <a:chExt cx="134100" cy="134100"/>
            </a:xfrm>
          </p:grpSpPr>
          <p:sp>
            <p:nvSpPr>
              <p:cNvPr id="850" name="Google Shape;850;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 name="Google Shape;852;p21"/>
            <p:cNvGrpSpPr/>
            <p:nvPr/>
          </p:nvGrpSpPr>
          <p:grpSpPr>
            <a:xfrm>
              <a:off x="8577286" y="2178484"/>
              <a:ext cx="134100" cy="134100"/>
              <a:chOff x="-1999139" y="3143772"/>
              <a:chExt cx="134100" cy="134100"/>
            </a:xfrm>
          </p:grpSpPr>
          <p:sp>
            <p:nvSpPr>
              <p:cNvPr id="853" name="Google Shape;853;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 name="Google Shape;855;p21"/>
            <p:cNvGrpSpPr/>
            <p:nvPr/>
          </p:nvGrpSpPr>
          <p:grpSpPr>
            <a:xfrm>
              <a:off x="8526386" y="311022"/>
              <a:ext cx="134004" cy="134004"/>
              <a:chOff x="8356813" y="1074288"/>
              <a:chExt cx="351900" cy="351900"/>
            </a:xfrm>
          </p:grpSpPr>
          <p:sp>
            <p:nvSpPr>
              <p:cNvPr id="856" name="Google Shape;856;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8" name="Google Shape;858;p21"/>
            <p:cNvPicPr preferRelativeResize="0"/>
            <p:nvPr/>
          </p:nvPicPr>
          <p:blipFill rotWithShape="1">
            <a:blip r:embed="rId2">
              <a:alphaModFix/>
            </a:blip>
            <a:srcRect b="26177" l="16960" r="7121" t="24719"/>
            <a:stretch/>
          </p:blipFill>
          <p:spPr>
            <a:xfrm>
              <a:off x="6929350" y="-1036475"/>
              <a:ext cx="2441950" cy="1863749"/>
            </a:xfrm>
            <a:prstGeom prst="rect">
              <a:avLst/>
            </a:prstGeom>
            <a:noFill/>
            <a:ln>
              <a:noFill/>
            </a:ln>
          </p:spPr>
        </p:pic>
      </p:grpSp>
      <p:grpSp>
        <p:nvGrpSpPr>
          <p:cNvPr id="859" name="Google Shape;859;p21"/>
          <p:cNvGrpSpPr/>
          <p:nvPr/>
        </p:nvGrpSpPr>
        <p:grpSpPr>
          <a:xfrm rot="5400000">
            <a:off x="-1981527" y="1924690"/>
            <a:ext cx="6191222" cy="6191222"/>
            <a:chOff x="-2825827" y="1271890"/>
            <a:chExt cx="6191222" cy="6191222"/>
          </a:xfrm>
        </p:grpSpPr>
        <p:pic>
          <p:nvPicPr>
            <p:cNvPr id="860" name="Google Shape;860;p21"/>
            <p:cNvPicPr preferRelativeResize="0"/>
            <p:nvPr/>
          </p:nvPicPr>
          <p:blipFill rotWithShape="1">
            <a:blip r:embed="rId2">
              <a:alphaModFix/>
            </a:blip>
            <a:srcRect b="26177" l="16960" r="7121" t="24719"/>
            <a:stretch/>
          </p:blipFill>
          <p:spPr>
            <a:xfrm>
              <a:off x="-680950" y="3866725"/>
              <a:ext cx="2441950" cy="1863749"/>
            </a:xfrm>
            <a:prstGeom prst="rect">
              <a:avLst/>
            </a:prstGeom>
            <a:noFill/>
            <a:ln>
              <a:noFill/>
            </a:ln>
          </p:spPr>
        </p:pic>
        <p:grpSp>
          <p:nvGrpSpPr>
            <p:cNvPr id="861" name="Google Shape;861;p21"/>
            <p:cNvGrpSpPr/>
            <p:nvPr/>
          </p:nvGrpSpPr>
          <p:grpSpPr>
            <a:xfrm>
              <a:off x="-2825827" y="1271890"/>
              <a:ext cx="6191222" cy="6191222"/>
              <a:chOff x="-2825827" y="1271890"/>
              <a:chExt cx="6191222" cy="6191222"/>
            </a:xfrm>
          </p:grpSpPr>
          <p:sp>
            <p:nvSpPr>
              <p:cNvPr id="862" name="Google Shape;862;p21"/>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4" name="Google Shape;864;p21"/>
              <p:cNvGrpSpPr/>
              <p:nvPr/>
            </p:nvGrpSpPr>
            <p:grpSpPr>
              <a:xfrm rot="10800000">
                <a:off x="384881" y="3042905"/>
                <a:ext cx="134100" cy="134100"/>
                <a:chOff x="-1999139" y="3143772"/>
                <a:chExt cx="134100" cy="134100"/>
              </a:xfrm>
            </p:grpSpPr>
            <p:sp>
              <p:nvSpPr>
                <p:cNvPr id="865" name="Google Shape;865;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 name="Google Shape;867;p21"/>
              <p:cNvGrpSpPr/>
              <p:nvPr/>
            </p:nvGrpSpPr>
            <p:grpSpPr>
              <a:xfrm rot="10800000">
                <a:off x="146106" y="3710980"/>
                <a:ext cx="134100" cy="134100"/>
                <a:chOff x="-1999139" y="3143772"/>
                <a:chExt cx="134100" cy="134100"/>
              </a:xfrm>
            </p:grpSpPr>
            <p:sp>
              <p:nvSpPr>
                <p:cNvPr id="868" name="Google Shape;868;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21"/>
              <p:cNvGrpSpPr/>
              <p:nvPr/>
            </p:nvGrpSpPr>
            <p:grpSpPr>
              <a:xfrm>
                <a:off x="-102297" y="3780153"/>
                <a:ext cx="939901" cy="2449421"/>
                <a:chOff x="-102297" y="3780153"/>
                <a:chExt cx="939901" cy="2449421"/>
              </a:xfrm>
            </p:grpSpPr>
            <p:sp>
              <p:nvSpPr>
                <p:cNvPr id="871" name="Google Shape;871;p21"/>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3" name="Google Shape;873;p21"/>
                <p:cNvGrpSpPr/>
                <p:nvPr/>
              </p:nvGrpSpPr>
              <p:grpSpPr>
                <a:xfrm rot="10800000">
                  <a:off x="532825" y="5492502"/>
                  <a:ext cx="134004" cy="134004"/>
                  <a:chOff x="8356813" y="1074288"/>
                  <a:chExt cx="351900" cy="351900"/>
                </a:xfrm>
              </p:grpSpPr>
              <p:sp>
                <p:nvSpPr>
                  <p:cNvPr id="874" name="Google Shape;874;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876"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alphaModFix/>
            </a:blip>
            <a:srcRect b="26177" l="16960" r="7121" t="24719"/>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96" name="Google Shape;89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06" name="Google Shape;90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6" name="Google Shape;91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3" name="Google Shape;923;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4" name="Google Shape;924;p22"/>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925" name="Google Shape;925;p22"/>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3" name="Google Shape;943;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alphaModFix/>
            </a:blip>
            <a:srcRect b="26177" l="16960" r="7121" t="24719"/>
            <a:stretch/>
          </p:blipFill>
          <p:spPr>
            <a:xfrm flipH="1" rot="10800000">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2" name="Google Shape;96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2" name="Google Shape;97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73" name="Shape 973"/>
        <p:cNvGrpSpPr/>
        <p:nvPr/>
      </p:nvGrpSpPr>
      <p:grpSpPr>
        <a:xfrm>
          <a:off x="0" y="0"/>
          <a:ext cx="0" cy="0"/>
          <a:chOff x="0" y="0"/>
          <a:chExt cx="0" cy="0"/>
        </a:xfrm>
      </p:grpSpPr>
      <p:sp>
        <p:nvSpPr>
          <p:cNvPr id="974" name="Google Shape;97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75" name="Google Shape;975;p23"/>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6" name="Google Shape;976;p23"/>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7" name="Google Shape;977;p23"/>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978" name="Google Shape;978;p23"/>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979" name="Google Shape;979;p23"/>
          <p:cNvGrpSpPr/>
          <p:nvPr/>
        </p:nvGrpSpPr>
        <p:grpSpPr>
          <a:xfrm flipH="1" rot="-5400000">
            <a:off x="6239121" y="1032770"/>
            <a:ext cx="5022035" cy="4764449"/>
            <a:chOff x="4571996" y="2268220"/>
            <a:chExt cx="5022035" cy="4764449"/>
          </a:xfrm>
        </p:grpSpPr>
        <p:pic>
          <p:nvPicPr>
            <p:cNvPr id="980" name="Google Shape;980;p23"/>
            <p:cNvPicPr preferRelativeResize="0"/>
            <p:nvPr/>
          </p:nvPicPr>
          <p:blipFill rotWithShape="1">
            <a:blip r:embed="rId2">
              <a:alphaModFix/>
            </a:blip>
            <a:srcRect b="26177" l="16960" r="7121" t="24719"/>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6"/>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8" name="Google Shape;99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08" name="Google Shape;100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8" name="Google Shape;101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25" name="Google Shape;1025;p23"/>
          <p:cNvPicPr preferRelativeResize="0"/>
          <p:nvPr/>
        </p:nvPicPr>
        <p:blipFill rotWithShape="1">
          <a:blip r:embed="rId2">
            <a:alphaModFix/>
          </a:blip>
          <a:srcRect b="26177" l="16960" r="7121" t="24719"/>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8" name="Google Shape;1028;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29" name="Google Shape;1029;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3"/>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3"/>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4" name="Google Shape;1044;p23"/>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7" name="Google Shape;1047;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48" name="Google Shape;1048;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49"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3" name="Google Shape;1053;p24"/>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6" name="Google Shape;1056;p2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57" name="Google Shape;1057;p2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58" name="Google Shape;1058;p24"/>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9" name="Google Shape;1059;p24"/>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0" name="Google Shape;1060;p24"/>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1" name="Google Shape;1061;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2" name="Google Shape;1062;p24"/>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3" name="Google Shape;1063;p24"/>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4" name="Google Shape;1064;p24"/>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b="26177" l="16960" r="7121" t="24719"/>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4"/>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4"/>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1" name="Google Shape;1101;p24"/>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4"/>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3" name="Google Shape;1103;p24"/>
            <p:cNvGrpSpPr/>
            <p:nvPr/>
          </p:nvGrpSpPr>
          <p:grpSpPr>
            <a:xfrm flipH="1" rot="-2700000">
              <a:off x="-216370" y="1084101"/>
              <a:ext cx="708093" cy="708493"/>
              <a:chOff x="3678700" y="407275"/>
              <a:chExt cx="708100" cy="708500"/>
            </a:xfrm>
          </p:grpSpPr>
          <p:sp>
            <p:nvSpPr>
              <p:cNvPr id="1104" name="Google Shape;1104;p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111" name="Shape 1111"/>
        <p:cNvGrpSpPr/>
        <p:nvPr/>
      </p:nvGrpSpPr>
      <p:grpSpPr>
        <a:xfrm>
          <a:off x="0" y="0"/>
          <a:ext cx="0" cy="0"/>
          <a:chOff x="0" y="0"/>
          <a:chExt cx="0" cy="0"/>
        </a:xfrm>
      </p:grpSpPr>
      <p:sp>
        <p:nvSpPr>
          <p:cNvPr id="1112" name="Google Shape;1112;p25"/>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3" name="Google Shape;1113;p25"/>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4" name="Google Shape;1114;p25"/>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5" name="Google Shape;111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6" name="Google Shape;1116;p25"/>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7" name="Google Shape;1117;p25"/>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8" name="Google Shape;1118;p25"/>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9" name="Google Shape;1119;p25"/>
          <p:cNvSpPr/>
          <p:nvPr>
            <p:ph idx="7" type="pic"/>
          </p:nvPr>
        </p:nvSpPr>
        <p:spPr>
          <a:xfrm>
            <a:off x="720000" y="1236800"/>
            <a:ext cx="1981800" cy="1662300"/>
          </a:xfrm>
          <a:prstGeom prst="snip1Rect">
            <a:avLst>
              <a:gd fmla="val 16667" name="adj"/>
            </a:avLst>
          </a:prstGeom>
          <a:noFill/>
          <a:ln>
            <a:noFill/>
          </a:ln>
        </p:spPr>
      </p:sp>
      <p:sp>
        <p:nvSpPr>
          <p:cNvPr id="1120" name="Google Shape;1120;p25"/>
          <p:cNvSpPr/>
          <p:nvPr>
            <p:ph idx="8" type="pic"/>
          </p:nvPr>
        </p:nvSpPr>
        <p:spPr>
          <a:xfrm>
            <a:off x="3584475" y="1236800"/>
            <a:ext cx="1981800" cy="1662300"/>
          </a:xfrm>
          <a:prstGeom prst="snip1Rect">
            <a:avLst>
              <a:gd fmla="val 16667" name="adj"/>
            </a:avLst>
          </a:prstGeom>
          <a:noFill/>
          <a:ln>
            <a:noFill/>
          </a:ln>
        </p:spPr>
      </p:sp>
      <p:sp>
        <p:nvSpPr>
          <p:cNvPr id="1121" name="Google Shape;1121;p25"/>
          <p:cNvSpPr/>
          <p:nvPr>
            <p:ph idx="9" type="pic"/>
          </p:nvPr>
        </p:nvSpPr>
        <p:spPr>
          <a:xfrm>
            <a:off x="6448950" y="1236800"/>
            <a:ext cx="1981800" cy="1662300"/>
          </a:xfrm>
          <a:prstGeom prst="snip1Rect">
            <a:avLst>
              <a:gd fmla="val 16667" name="adj"/>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5"/>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5"/>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5"/>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6" name="Google Shape;1136;p25"/>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9" name="Google Shape;1139;p25"/>
            <p:cNvPicPr preferRelativeResize="0"/>
            <p:nvPr/>
          </p:nvPicPr>
          <p:blipFill rotWithShape="1">
            <a:blip r:embed="rId2">
              <a:alphaModFix/>
            </a:blip>
            <a:srcRect b="26177" l="16960" r="7121" t="24719"/>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2" name="Google Shape;1162;p2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163" name="Google Shape;1163;p2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64" name="Shape 1164"/>
        <p:cNvGrpSpPr/>
        <p:nvPr/>
      </p:nvGrpSpPr>
      <p:grpSpPr>
        <a:xfrm>
          <a:off x="0" y="0"/>
          <a:ext cx="0" cy="0"/>
          <a:chOff x="0" y="0"/>
          <a:chExt cx="0" cy="0"/>
        </a:xfrm>
      </p:grpSpPr>
      <p:sp>
        <p:nvSpPr>
          <p:cNvPr id="1165" name="Google Shape;116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6" name="Google Shape;1166;p26"/>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7" name="Google Shape;1167;p26"/>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8" name="Google Shape;1168;p26"/>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9" name="Google Shape;1169;p26"/>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0" name="Google Shape;1170;p26"/>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1" name="Google Shape;1171;p26"/>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2" name="Google Shape;1172;p26"/>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3" name="Google Shape;1173;p26"/>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b="26177" l="16960" r="7121" t="24719"/>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6"/>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207" name="Google Shape;1207;p26"/>
            <p:cNvPicPr preferRelativeResize="0"/>
            <p:nvPr/>
          </p:nvPicPr>
          <p:blipFill rotWithShape="1">
            <a:blip r:embed="rId2">
              <a:alphaModFix/>
            </a:blip>
            <a:srcRect b="26177" l="16960" r="7121" t="24719"/>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15" name="Shape 1215"/>
        <p:cNvGrpSpPr/>
        <p:nvPr/>
      </p:nvGrpSpPr>
      <p:grpSpPr>
        <a:xfrm>
          <a:off x="0" y="0"/>
          <a:ext cx="0" cy="0"/>
          <a:chOff x="0" y="0"/>
          <a:chExt cx="0" cy="0"/>
        </a:xfrm>
      </p:grpSpPr>
      <p:sp>
        <p:nvSpPr>
          <p:cNvPr id="1216" name="Google Shape;1216;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7" name="Google Shape;1217;p27"/>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8" name="Google Shape;1218;p27"/>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9" name="Google Shape;1219;p27"/>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0" name="Google Shape;1220;p27"/>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1" name="Google Shape;1221;p27"/>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2" name="Google Shape;1222;p27"/>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3" name="Google Shape;1223;p27"/>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4" name="Google Shape;1224;p27"/>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5" name="Google Shape;1225;p27"/>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6" name="Google Shape;1226;p27"/>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7" name="Google Shape;1227;p27"/>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8" name="Google Shape;1228;p27"/>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b="26177" l="16960" r="7121" t="24719"/>
            <a:stretch/>
          </p:blipFill>
          <p:spPr>
            <a:xfrm>
              <a:off x="7361325" y="-596625"/>
              <a:ext cx="2441950" cy="1863749"/>
            </a:xfrm>
            <a:prstGeom prst="rect">
              <a:avLst/>
            </a:prstGeom>
            <a:noFill/>
            <a:ln>
              <a:noFill/>
            </a:ln>
          </p:spPr>
        </p:pic>
        <p:grpSp>
          <p:nvGrpSpPr>
            <p:cNvPr id="1231" name="Google Shape;1231;p27"/>
            <p:cNvGrpSpPr/>
            <p:nvPr/>
          </p:nvGrpSpPr>
          <p:grpSpPr>
            <a:xfrm flipH="1" rot="-2700000">
              <a:off x="7289785" y="-1246897"/>
              <a:ext cx="2552124" cy="3347490"/>
              <a:chOff x="2976325" y="908175"/>
              <a:chExt cx="4028179" cy="5283555"/>
            </a:xfrm>
          </p:grpSpPr>
          <p:sp>
            <p:nvSpPr>
              <p:cNvPr id="1232" name="Google Shape;1232;p2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7"/>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43" name="Google Shape;1243;p27"/>
            <p:cNvPicPr preferRelativeResize="0"/>
            <p:nvPr/>
          </p:nvPicPr>
          <p:blipFill rotWithShape="1">
            <a:blip r:embed="rId2">
              <a:alphaModFix/>
            </a:blip>
            <a:srcRect b="26177" l="16960" r="7121" t="24719"/>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3" name="Google Shape;1263;p2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64" name="Google Shape;1264;p2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65" name="Shape 1265"/>
        <p:cNvGrpSpPr/>
        <p:nvPr/>
      </p:nvGrpSpPr>
      <p:grpSpPr>
        <a:xfrm>
          <a:off x="0" y="0"/>
          <a:ext cx="0" cy="0"/>
          <a:chOff x="0" y="0"/>
          <a:chExt cx="0" cy="0"/>
        </a:xfrm>
      </p:grpSpPr>
      <p:sp>
        <p:nvSpPr>
          <p:cNvPr id="1266" name="Google Shape;1266;p28"/>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Poppins"/>
                <a:ea typeface="Poppins"/>
                <a:cs typeface="Poppins"/>
                <a:sym typeface="Poppi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7" name="Google Shape;1267;p28"/>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68" name="Google Shape;1268;p28"/>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Poppins"/>
                <a:ea typeface="Poppins"/>
                <a:cs typeface="Poppins"/>
                <a:sym typeface="Poppi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9" name="Google Shape;1269;p28"/>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70" name="Google Shape;1270;p28"/>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Poppins"/>
                <a:ea typeface="Poppins"/>
                <a:cs typeface="Poppins"/>
                <a:sym typeface="Poppins"/>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71" name="Google Shape;1271;p28"/>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PT Sans"/>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1272" name="Google Shape;1272;p28"/>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3" name="Google Shape;1273;p28"/>
          <p:cNvGrpSpPr/>
          <p:nvPr/>
        </p:nvGrpSpPr>
        <p:grpSpPr>
          <a:xfrm rot="5400000">
            <a:off x="8359950" y="-226050"/>
            <a:ext cx="439200" cy="439100"/>
            <a:chOff x="1101075" y="2142375"/>
            <a:chExt cx="439200" cy="439100"/>
          </a:xfrm>
        </p:grpSpPr>
        <p:sp>
          <p:nvSpPr>
            <p:cNvPr id="1274" name="Google Shape;1274;p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6" name="Google Shape;1276;p28"/>
          <p:cNvGrpSpPr/>
          <p:nvPr/>
        </p:nvGrpSpPr>
        <p:grpSpPr>
          <a:xfrm>
            <a:off x="-903250" y="4838101"/>
            <a:ext cx="4558967" cy="134100"/>
            <a:chOff x="796100" y="3019701"/>
            <a:chExt cx="4558967" cy="134100"/>
          </a:xfrm>
        </p:grpSpPr>
        <p:sp>
          <p:nvSpPr>
            <p:cNvPr id="1277" name="Google Shape;1277;p2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8" name="Google Shape;1278;p2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79" name="Google Shape;1279;p2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280" name="Shape 1280"/>
        <p:cNvGrpSpPr/>
        <p:nvPr/>
      </p:nvGrpSpPr>
      <p:grpSpPr>
        <a:xfrm>
          <a:off x="0" y="0"/>
          <a:ext cx="0" cy="0"/>
          <a:chOff x="0" y="0"/>
          <a:chExt cx="0" cy="0"/>
        </a:xfrm>
      </p:grpSpPr>
      <p:sp>
        <p:nvSpPr>
          <p:cNvPr id="1281" name="Google Shape;1281;p29"/>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2" name="Google Shape;1282;p29"/>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83" name="Google Shape;1283;p29"/>
          <p:cNvGrpSpPr/>
          <p:nvPr/>
        </p:nvGrpSpPr>
        <p:grpSpPr>
          <a:xfrm>
            <a:off x="-291585" y="-494819"/>
            <a:ext cx="1448824" cy="2238804"/>
            <a:chOff x="-308635" y="-494819"/>
            <a:chExt cx="1448824" cy="2238804"/>
          </a:xfrm>
        </p:grpSpPr>
        <p:grpSp>
          <p:nvGrpSpPr>
            <p:cNvPr id="1284" name="Google Shape;1284;p29"/>
            <p:cNvGrpSpPr/>
            <p:nvPr/>
          </p:nvGrpSpPr>
          <p:grpSpPr>
            <a:xfrm>
              <a:off x="-275757" y="-242066"/>
              <a:ext cx="981772" cy="1986051"/>
              <a:chOff x="-293545" y="3454371"/>
              <a:chExt cx="981772" cy="1986051"/>
            </a:xfrm>
          </p:grpSpPr>
          <p:sp>
            <p:nvSpPr>
              <p:cNvPr id="1285" name="Google Shape;1285;p2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29"/>
            <p:cNvGrpSpPr/>
            <p:nvPr/>
          </p:nvGrpSpPr>
          <p:grpSpPr>
            <a:xfrm>
              <a:off x="364499" y="794648"/>
              <a:ext cx="699940" cy="478601"/>
              <a:chOff x="39722" y="4349021"/>
              <a:chExt cx="1061964" cy="726143"/>
            </a:xfrm>
          </p:grpSpPr>
          <p:grpSp>
            <p:nvGrpSpPr>
              <p:cNvPr id="1288" name="Google Shape;1288;p29"/>
              <p:cNvGrpSpPr/>
              <p:nvPr/>
            </p:nvGrpSpPr>
            <p:grpSpPr>
              <a:xfrm rot="2700000">
                <a:off x="140502" y="4460924"/>
                <a:ext cx="524584" cy="502337"/>
                <a:chOff x="1189791" y="-1767331"/>
                <a:chExt cx="904284" cy="865933"/>
              </a:xfrm>
            </p:grpSpPr>
            <p:sp>
              <p:nvSpPr>
                <p:cNvPr id="1289" name="Google Shape;1289;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29"/>
                <p:cNvGrpSpPr/>
                <p:nvPr/>
              </p:nvGrpSpPr>
              <p:grpSpPr>
                <a:xfrm>
                  <a:off x="1232795" y="-1740829"/>
                  <a:ext cx="717621" cy="717392"/>
                  <a:chOff x="1483457" y="3953671"/>
                  <a:chExt cx="717621" cy="717392"/>
                </a:xfrm>
              </p:grpSpPr>
              <p:sp>
                <p:nvSpPr>
                  <p:cNvPr id="1291" name="Google Shape;1291;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96" name="Google Shape;1296;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7" name="Google Shape;1297;p29"/>
            <p:cNvGrpSpPr/>
            <p:nvPr/>
          </p:nvGrpSpPr>
          <p:grpSpPr>
            <a:xfrm rot="-5400000">
              <a:off x="-460623" y="-342832"/>
              <a:ext cx="1351491" cy="1047516"/>
              <a:chOff x="-2460210" y="2758493"/>
              <a:chExt cx="1351491" cy="1047516"/>
            </a:xfrm>
          </p:grpSpPr>
          <p:sp>
            <p:nvSpPr>
              <p:cNvPr id="1298" name="Google Shape;1298;p2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2" name="Google Shape;1302;p29"/>
            <p:cNvGrpSpPr/>
            <p:nvPr/>
          </p:nvGrpSpPr>
          <p:grpSpPr>
            <a:xfrm>
              <a:off x="440249" y="455173"/>
              <a:ext cx="699940" cy="478601"/>
              <a:chOff x="39722" y="4349021"/>
              <a:chExt cx="1061964" cy="726143"/>
            </a:xfrm>
          </p:grpSpPr>
          <p:grpSp>
            <p:nvGrpSpPr>
              <p:cNvPr id="1303" name="Google Shape;1303;p29"/>
              <p:cNvGrpSpPr/>
              <p:nvPr/>
            </p:nvGrpSpPr>
            <p:grpSpPr>
              <a:xfrm rot="2700000">
                <a:off x="140502" y="4460924"/>
                <a:ext cx="524584" cy="502337"/>
                <a:chOff x="1189791" y="-1767331"/>
                <a:chExt cx="904284" cy="865933"/>
              </a:xfrm>
            </p:grpSpPr>
            <p:sp>
              <p:nvSpPr>
                <p:cNvPr id="1304" name="Google Shape;130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5" name="Google Shape;1305;p29"/>
                <p:cNvGrpSpPr/>
                <p:nvPr/>
              </p:nvGrpSpPr>
              <p:grpSpPr>
                <a:xfrm>
                  <a:off x="1232795" y="-1740829"/>
                  <a:ext cx="717621" cy="717392"/>
                  <a:chOff x="1483457" y="3953671"/>
                  <a:chExt cx="717621" cy="717392"/>
                </a:xfrm>
              </p:grpSpPr>
              <p:sp>
                <p:nvSpPr>
                  <p:cNvPr id="1306" name="Google Shape;130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11" name="Google Shape;131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29"/>
            <p:cNvGrpSpPr/>
            <p:nvPr/>
          </p:nvGrpSpPr>
          <p:grpSpPr>
            <a:xfrm>
              <a:off x="-63826" y="511661"/>
              <a:ext cx="699940" cy="478601"/>
              <a:chOff x="39722" y="4349021"/>
              <a:chExt cx="1061964" cy="726143"/>
            </a:xfrm>
          </p:grpSpPr>
          <p:grpSp>
            <p:nvGrpSpPr>
              <p:cNvPr id="1313" name="Google Shape;1313;p29"/>
              <p:cNvGrpSpPr/>
              <p:nvPr/>
            </p:nvGrpSpPr>
            <p:grpSpPr>
              <a:xfrm rot="2700000">
                <a:off x="140502" y="4460924"/>
                <a:ext cx="524584" cy="502337"/>
                <a:chOff x="1189791" y="-1767331"/>
                <a:chExt cx="904284" cy="865933"/>
              </a:xfrm>
            </p:grpSpPr>
            <p:sp>
              <p:nvSpPr>
                <p:cNvPr id="1314" name="Google Shape;131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5" name="Google Shape;1315;p29"/>
                <p:cNvGrpSpPr/>
                <p:nvPr/>
              </p:nvGrpSpPr>
              <p:grpSpPr>
                <a:xfrm>
                  <a:off x="1232795" y="-1740829"/>
                  <a:ext cx="717621" cy="717392"/>
                  <a:chOff x="1483457" y="3953671"/>
                  <a:chExt cx="717621" cy="717392"/>
                </a:xfrm>
              </p:grpSpPr>
              <p:sp>
                <p:nvSpPr>
                  <p:cNvPr id="1316" name="Google Shape;131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1" name="Google Shape;132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2" name="Google Shape;1322;p29"/>
          <p:cNvGrpSpPr/>
          <p:nvPr/>
        </p:nvGrpSpPr>
        <p:grpSpPr>
          <a:xfrm>
            <a:off x="2659712" y="4275400"/>
            <a:ext cx="4952059" cy="2992224"/>
            <a:chOff x="2659712" y="4275400"/>
            <a:chExt cx="4952059" cy="2992224"/>
          </a:xfrm>
        </p:grpSpPr>
        <p:pic>
          <p:nvPicPr>
            <p:cNvPr id="1323" name="Google Shape;1323;p29"/>
            <p:cNvPicPr preferRelativeResize="0"/>
            <p:nvPr/>
          </p:nvPicPr>
          <p:blipFill rotWithShape="1">
            <a:blip r:embed="rId2">
              <a:alphaModFix/>
            </a:blip>
            <a:srcRect b="26177" l="16960" r="7121" t="24719"/>
            <a:stretch/>
          </p:blipFill>
          <p:spPr>
            <a:xfrm rot="10800000">
              <a:off x="2659712" y="4275400"/>
              <a:ext cx="3549051" cy="2992224"/>
            </a:xfrm>
            <a:prstGeom prst="rect">
              <a:avLst/>
            </a:prstGeom>
            <a:noFill/>
            <a:ln>
              <a:noFill/>
            </a:ln>
          </p:spPr>
        </p:pic>
        <p:grpSp>
          <p:nvGrpSpPr>
            <p:cNvPr id="1324" name="Google Shape;1324;p29"/>
            <p:cNvGrpSpPr/>
            <p:nvPr/>
          </p:nvGrpSpPr>
          <p:grpSpPr>
            <a:xfrm rot="-5400000">
              <a:off x="3258038" y="4413859"/>
              <a:ext cx="906953" cy="1517787"/>
              <a:chOff x="79748" y="2808602"/>
              <a:chExt cx="906953" cy="1517787"/>
            </a:xfrm>
          </p:grpSpPr>
          <p:sp>
            <p:nvSpPr>
              <p:cNvPr id="1325" name="Google Shape;1325;p29"/>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9"/>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9"/>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9"/>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9" name="Google Shape;1329;p29"/>
            <p:cNvGrpSpPr/>
            <p:nvPr/>
          </p:nvGrpSpPr>
          <p:grpSpPr>
            <a:xfrm rot="5400000">
              <a:off x="5484569" y="3756062"/>
              <a:ext cx="1421047" cy="2833357"/>
              <a:chOff x="334358" y="2186737"/>
              <a:chExt cx="1421047" cy="2833357"/>
            </a:xfrm>
          </p:grpSpPr>
          <p:sp>
            <p:nvSpPr>
              <p:cNvPr id="1330" name="Google Shape;1330;p29"/>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1" name="Google Shape;1331;p29"/>
              <p:cNvGrpSpPr/>
              <p:nvPr/>
            </p:nvGrpSpPr>
            <p:grpSpPr>
              <a:xfrm rot="5400000">
                <a:off x="1046250" y="3181856"/>
                <a:ext cx="161977" cy="161940"/>
                <a:chOff x="1101075" y="2142375"/>
                <a:chExt cx="439200" cy="439100"/>
              </a:xfrm>
            </p:grpSpPr>
            <p:sp>
              <p:nvSpPr>
                <p:cNvPr id="1332" name="Google Shape;1332;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4" name="Google Shape;1334;p29"/>
              <p:cNvGrpSpPr/>
              <p:nvPr/>
            </p:nvGrpSpPr>
            <p:grpSpPr>
              <a:xfrm rot="-5400000">
                <a:off x="628029" y="4564272"/>
                <a:ext cx="161977" cy="161940"/>
                <a:chOff x="1101075" y="2142375"/>
                <a:chExt cx="439200" cy="439100"/>
              </a:xfrm>
            </p:grpSpPr>
            <p:sp>
              <p:nvSpPr>
                <p:cNvPr id="1335" name="Google Shape;1335;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1337" name="Google Shape;1337;p29"/>
          <p:cNvSpPr txBox="1"/>
          <p:nvPr/>
        </p:nvSpPr>
        <p:spPr>
          <a:xfrm>
            <a:off x="1157300" y="3476950"/>
            <a:ext cx="5320200" cy="60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300"/>
              </a:spcBef>
              <a:spcAft>
                <a:spcPts val="0"/>
              </a:spcAft>
              <a:buNone/>
            </a:pPr>
            <a:r>
              <a:rPr b="1" lang="en" sz="1200">
                <a:solidFill>
                  <a:schemeClr val="dk1"/>
                </a:solidFill>
                <a:latin typeface="Poppins"/>
                <a:ea typeface="Poppins"/>
                <a:cs typeface="Poppins"/>
                <a:sym typeface="Poppins"/>
              </a:rPr>
              <a:t>CREDITS: </a:t>
            </a:r>
            <a:r>
              <a:rPr lang="en" sz="1200">
                <a:solidFill>
                  <a:schemeClr val="dk1"/>
                </a:solidFill>
                <a:latin typeface="Poppins"/>
                <a:ea typeface="Poppins"/>
                <a:cs typeface="Poppins"/>
                <a:sym typeface="Poppins"/>
              </a:rPr>
              <a:t>This presentation template was created by </a:t>
            </a:r>
            <a:r>
              <a:rPr b="1" lang="en" sz="1200" u="sng">
                <a:solidFill>
                  <a:schemeClr val="dk1"/>
                </a:solidFill>
                <a:latin typeface="Poppins"/>
                <a:ea typeface="Poppins"/>
                <a:cs typeface="Poppins"/>
                <a:sym typeface="Poppins"/>
                <a:hlinkClick r:id="rId3">
                  <a:extLst>
                    <a:ext uri="{A12FA001-AC4F-418D-AE19-62706E023703}">
                      <ahyp:hlinkClr val="tx"/>
                    </a:ext>
                  </a:extLst>
                </a:hlinkClick>
              </a:rPr>
              <a:t>Slidesgo</a:t>
            </a:r>
            <a:r>
              <a:rPr lang="en" sz="1200">
                <a:solidFill>
                  <a:schemeClr val="dk1"/>
                </a:solidFill>
                <a:latin typeface="Poppins"/>
                <a:ea typeface="Poppins"/>
                <a:cs typeface="Poppins"/>
                <a:sym typeface="Poppins"/>
              </a:rPr>
              <a:t>, and includes icons, infographics &amp; images by</a:t>
            </a:r>
            <a:r>
              <a:rPr b="1" lang="en" sz="1200">
                <a:solidFill>
                  <a:schemeClr val="dk1"/>
                </a:solidFill>
                <a:latin typeface="Poppins"/>
                <a:ea typeface="Poppins"/>
                <a:cs typeface="Poppins"/>
                <a:sym typeface="Poppins"/>
              </a:rPr>
              <a:t> </a:t>
            </a:r>
            <a:r>
              <a:rPr b="1" lang="en" sz="1200" u="sng">
                <a:solidFill>
                  <a:schemeClr val="dk1"/>
                </a:solidFill>
                <a:latin typeface="Poppins"/>
                <a:ea typeface="Poppins"/>
                <a:cs typeface="Poppins"/>
                <a:sym typeface="Poppins"/>
                <a:hlinkClick r:id="rId4">
                  <a:extLst>
                    <a:ext uri="{A12FA001-AC4F-418D-AE19-62706E023703}">
                      <ahyp:hlinkClr val="tx"/>
                    </a:ext>
                  </a:extLst>
                </a:hlinkClick>
              </a:rPr>
              <a:t>Freepik</a:t>
            </a:r>
            <a:r>
              <a:rPr b="1" lang="en" sz="1200" u="sng">
                <a:solidFill>
                  <a:schemeClr val="dk1"/>
                </a:solidFill>
                <a:latin typeface="Poppins"/>
                <a:ea typeface="Poppins"/>
                <a:cs typeface="Poppins"/>
                <a:sym typeface="Poppins"/>
              </a:rPr>
              <a:t> </a:t>
            </a:r>
            <a:endParaRPr b="1" sz="1200" u="sng">
              <a:solidFill>
                <a:schemeClr val="dk1"/>
              </a:solidFill>
              <a:latin typeface="Poppins"/>
              <a:ea typeface="Poppins"/>
              <a:cs typeface="Poppins"/>
              <a:sym typeface="Poppi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38"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0"/>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0"/>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0"/>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3" name="Google Shape;1353;p30"/>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6" name="Google Shape;1356;p30"/>
            <p:cNvPicPr preferRelativeResize="0"/>
            <p:nvPr/>
          </p:nvPicPr>
          <p:blipFill rotWithShape="1">
            <a:blip r:embed="rId2">
              <a:alphaModFix/>
            </a:blip>
            <a:srcRect b="26177" l="16960" r="7121" t="24719"/>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1377"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b="26177" l="16960" r="7121" t="24719"/>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b="26177" l="16960" r="7121" t="24719"/>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8" name="Google Shape;1418;p31"/>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1419" name="Google Shape;1419;p31"/>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indent="-317500" lvl="1" marL="914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indent="-317500" lvl="2" marL="1371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indent="-317500" lvl="3" marL="1828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indent="-317500" lvl="4" marL="22860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indent="-317500" lvl="5" marL="27432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indent="-317500" lvl="6" marL="32004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indent="-317500" lvl="7" marL="36576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indent="-317500" lvl="8" marL="41148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3" name="Shape 1423"/>
        <p:cNvGrpSpPr/>
        <p:nvPr/>
      </p:nvGrpSpPr>
      <p:grpSpPr>
        <a:xfrm>
          <a:off x="0" y="0"/>
          <a:ext cx="0" cy="0"/>
          <a:chOff x="0" y="0"/>
          <a:chExt cx="0" cy="0"/>
        </a:xfrm>
      </p:grpSpPr>
      <p:sp>
        <p:nvSpPr>
          <p:cNvPr id="1424" name="Google Shape;1424;p32"/>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Aiden Martin</a:t>
            </a:r>
            <a:endParaRPr/>
          </a:p>
        </p:txBody>
      </p:sp>
      <p:sp>
        <p:nvSpPr>
          <p:cNvPr id="1425" name="Google Shape;1425;p32"/>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Transport Layer</a:t>
            </a:r>
            <a:endParaRPr>
              <a:solidFill>
                <a:schemeClr val="dk1"/>
              </a:solidFill>
            </a:endParaRPr>
          </a:p>
        </p:txBody>
      </p:sp>
      <p:grpSp>
        <p:nvGrpSpPr>
          <p:cNvPr id="1426" name="Google Shape;1426;p32"/>
          <p:cNvGrpSpPr/>
          <p:nvPr/>
        </p:nvGrpSpPr>
        <p:grpSpPr>
          <a:xfrm>
            <a:off x="1096850" y="3242811"/>
            <a:ext cx="3936683" cy="134070"/>
            <a:chOff x="1096850" y="3242811"/>
            <a:chExt cx="3936683" cy="134070"/>
          </a:xfrm>
        </p:grpSpPr>
        <p:cxnSp>
          <p:nvCxnSpPr>
            <p:cNvPr id="1427" name="Google Shape;1427;p32"/>
            <p:cNvCxnSpPr/>
            <p:nvPr/>
          </p:nvCxnSpPr>
          <p:spPr>
            <a:xfrm>
              <a:off x="1096850" y="3309850"/>
              <a:ext cx="3840600" cy="0"/>
            </a:xfrm>
            <a:prstGeom prst="straightConnector1">
              <a:avLst/>
            </a:prstGeom>
            <a:noFill/>
            <a:ln cap="flat" cmpd="sng" w="9525">
              <a:solidFill>
                <a:schemeClr val="dk2"/>
              </a:solidFill>
              <a:prstDash val="solid"/>
              <a:round/>
              <a:headEnd len="med" w="med" type="none"/>
              <a:tailEnd len="med" w="med" type="none"/>
            </a:ln>
          </p:spPr>
        </p:cxnSp>
        <p:grpSp>
          <p:nvGrpSpPr>
            <p:cNvPr id="1428" name="Google Shape;1428;p32"/>
            <p:cNvGrpSpPr/>
            <p:nvPr/>
          </p:nvGrpSpPr>
          <p:grpSpPr>
            <a:xfrm>
              <a:off x="4899464" y="3242811"/>
              <a:ext cx="134070" cy="134070"/>
              <a:chOff x="8382514" y="1084976"/>
              <a:chExt cx="265800" cy="265800"/>
            </a:xfrm>
          </p:grpSpPr>
          <p:sp>
            <p:nvSpPr>
              <p:cNvPr id="1429" name="Google Shape;1429;p32"/>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2"/>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31" name="Google Shape;1431;p32"/>
          <p:cNvGrpSpPr/>
          <p:nvPr/>
        </p:nvGrpSpPr>
        <p:grpSpPr>
          <a:xfrm>
            <a:off x="8017432" y="-313900"/>
            <a:ext cx="134070" cy="1891362"/>
            <a:chOff x="8017432" y="-313900"/>
            <a:chExt cx="134070" cy="1891362"/>
          </a:xfrm>
        </p:grpSpPr>
        <p:sp>
          <p:nvSpPr>
            <p:cNvPr id="1432" name="Google Shape;1432;p32"/>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3" name="Google Shape;1433;p32"/>
            <p:cNvCxnSpPr/>
            <p:nvPr/>
          </p:nvCxnSpPr>
          <p:spPr>
            <a:xfrm>
              <a:off x="8084450" y="-313900"/>
              <a:ext cx="0" cy="1795200"/>
            </a:xfrm>
            <a:prstGeom prst="straightConnector1">
              <a:avLst/>
            </a:prstGeom>
            <a:noFill/>
            <a:ln cap="flat" cmpd="sng" w="9525">
              <a:solidFill>
                <a:schemeClr val="dk2"/>
              </a:solidFill>
              <a:prstDash val="solid"/>
              <a:round/>
              <a:headEnd len="med" w="med" type="none"/>
              <a:tailEnd len="med" w="med" type="none"/>
            </a:ln>
          </p:spPr>
        </p:cxnSp>
        <p:sp>
          <p:nvSpPr>
            <p:cNvPr id="1434" name="Google Shape;1434;p32"/>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35" name="Google Shape;1435;p32"/>
          <p:cNvGrpSpPr/>
          <p:nvPr/>
        </p:nvGrpSpPr>
        <p:grpSpPr>
          <a:xfrm>
            <a:off x="6309526" y="957475"/>
            <a:ext cx="3504715" cy="5119205"/>
            <a:chOff x="6309526" y="836950"/>
            <a:chExt cx="3504715" cy="5119205"/>
          </a:xfrm>
        </p:grpSpPr>
        <p:sp>
          <p:nvSpPr>
            <p:cNvPr id="1436" name="Google Shape;1436;p32"/>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7" name="Google Shape;1437;p32"/>
            <p:cNvGrpSpPr/>
            <p:nvPr/>
          </p:nvGrpSpPr>
          <p:grpSpPr>
            <a:xfrm>
              <a:off x="7728436" y="3524084"/>
              <a:ext cx="134004" cy="134004"/>
              <a:chOff x="8356813" y="1074288"/>
              <a:chExt cx="351900" cy="351900"/>
            </a:xfrm>
          </p:grpSpPr>
          <p:sp>
            <p:nvSpPr>
              <p:cNvPr id="1438" name="Google Shape;1438;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0" name="Google Shape;1440;p32"/>
            <p:cNvGrpSpPr/>
            <p:nvPr/>
          </p:nvGrpSpPr>
          <p:grpSpPr>
            <a:xfrm>
              <a:off x="7344361" y="3150259"/>
              <a:ext cx="134004" cy="134004"/>
              <a:chOff x="8356813" y="1074288"/>
              <a:chExt cx="351900" cy="351900"/>
            </a:xfrm>
          </p:grpSpPr>
          <p:sp>
            <p:nvSpPr>
              <p:cNvPr id="1441" name="Google Shape;1441;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3" name="Google Shape;1443;p32"/>
            <p:cNvGrpSpPr/>
            <p:nvPr/>
          </p:nvGrpSpPr>
          <p:grpSpPr>
            <a:xfrm>
              <a:off x="8337811" y="2464059"/>
              <a:ext cx="134004" cy="134004"/>
              <a:chOff x="8356813" y="1074288"/>
              <a:chExt cx="351900" cy="351900"/>
            </a:xfrm>
          </p:grpSpPr>
          <p:sp>
            <p:nvSpPr>
              <p:cNvPr id="1444" name="Google Shape;1444;p32"/>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2"/>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46" name="Google Shape;1446;p32"/>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33"/>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Transport layer</a:t>
            </a:r>
            <a:endParaRPr/>
          </a:p>
        </p:txBody>
      </p:sp>
      <p:sp>
        <p:nvSpPr>
          <p:cNvPr id="1452" name="Google Shape;1452;p33"/>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a:t>The Transport Layer is the 4th layer of the OSI model, and the  3rd layer of the TCP/IP </a:t>
            </a:r>
            <a:r>
              <a:rPr lang="en"/>
              <a:t>model</a:t>
            </a:r>
            <a:r>
              <a:rPr lang="en"/>
              <a:t> </a:t>
            </a:r>
            <a:endParaRPr/>
          </a:p>
          <a:p>
            <a:pPr indent="0" lvl="0" marL="0" rtl="0" algn="l">
              <a:spcBef>
                <a:spcPts val="1200"/>
              </a:spcBef>
              <a:spcAft>
                <a:spcPts val="0"/>
              </a:spcAft>
              <a:buNone/>
            </a:pPr>
            <a:r>
              <a:t/>
            </a:r>
            <a:endParaRPr/>
          </a:p>
        </p:txBody>
      </p:sp>
      <p:pic>
        <p:nvPicPr>
          <p:cNvPr id="1453" name="Google Shape;1453;p33" title="transport-layer.jpg"/>
          <p:cNvPicPr preferRelativeResize="0"/>
          <p:nvPr>
            <p:ph idx="2" type="pic"/>
          </p:nvPr>
        </p:nvPicPr>
        <p:blipFill rotWithShape="1">
          <a:blip r:embed="rId3">
            <a:alphaModFix/>
          </a:blip>
          <a:srcRect b="0" l="3627" r="-1131" t="-2386"/>
          <a:stretch/>
        </p:blipFill>
        <p:spPr>
          <a:xfrm>
            <a:off x="3953525" y="656700"/>
            <a:ext cx="5106600" cy="3830100"/>
          </a:xfrm>
          <a:prstGeom prst="snip1Rect">
            <a:avLst>
              <a:gd fmla="val 16667" name="adj"/>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7" name="Shape 1457"/>
        <p:cNvGrpSpPr/>
        <p:nvPr/>
      </p:nvGrpSpPr>
      <p:grpSpPr>
        <a:xfrm>
          <a:off x="0" y="0"/>
          <a:ext cx="0" cy="0"/>
          <a:chOff x="0" y="0"/>
          <a:chExt cx="0" cy="0"/>
        </a:xfrm>
      </p:grpSpPr>
      <p:sp>
        <p:nvSpPr>
          <p:cNvPr id="1458" name="Google Shape;1458;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the transport layer</a:t>
            </a:r>
            <a:endParaRPr/>
          </a:p>
        </p:txBody>
      </p:sp>
      <p:sp>
        <p:nvSpPr>
          <p:cNvPr id="1459" name="Google Shape;1459;p34"/>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accent3"/>
              </a:buClr>
              <a:buSzPts val="1300"/>
              <a:buFont typeface="Calibri"/>
              <a:buNone/>
            </a:pPr>
            <a:r>
              <a:rPr lang="en" sz="1300"/>
              <a:t>The Transport Layer is the 4th layer of the OSI model. It acts as a bridge between the upper layers (application, session, presentation) and the lower layers (network, data link, physical). Its primary role is to provide logical communication between application processes running on different hosts.</a:t>
            </a:r>
            <a:endParaRPr sz="1300"/>
          </a:p>
          <a:p>
            <a:pPr indent="0" lvl="0" marL="0" rtl="0" algn="l">
              <a:spcBef>
                <a:spcPts val="0"/>
              </a:spcBef>
              <a:spcAft>
                <a:spcPts val="0"/>
              </a:spcAft>
              <a:buNone/>
            </a:pPr>
            <a:r>
              <a:t/>
            </a:r>
            <a:endParaRPr>
              <a:latin typeface="Poppins Medium"/>
              <a:ea typeface="Poppins Medium"/>
              <a:cs typeface="Poppins Medium"/>
              <a:sym typeface="Poppi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3" name="Shape 1463"/>
        <p:cNvGrpSpPr/>
        <p:nvPr/>
      </p:nvGrpSpPr>
      <p:grpSpPr>
        <a:xfrm>
          <a:off x="0" y="0"/>
          <a:ext cx="0" cy="0"/>
          <a:chOff x="0" y="0"/>
          <a:chExt cx="0" cy="0"/>
        </a:xfrm>
      </p:grpSpPr>
      <p:sp>
        <p:nvSpPr>
          <p:cNvPr id="1464" name="Google Shape;1464;p35"/>
          <p:cNvSpPr txBox="1"/>
          <p:nvPr>
            <p:ph idx="3" type="subTitle"/>
          </p:nvPr>
        </p:nvSpPr>
        <p:spPr>
          <a:xfrm>
            <a:off x="680100" y="3561374"/>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Checks for </a:t>
            </a:r>
            <a:r>
              <a:rPr lang="en" sz="1100"/>
              <a:t>corruption</a:t>
            </a:r>
            <a:r>
              <a:rPr lang="en" sz="1100"/>
              <a:t> and retransmits lost or damaged data</a:t>
            </a:r>
            <a:endParaRPr sz="1100"/>
          </a:p>
        </p:txBody>
      </p:sp>
      <p:sp>
        <p:nvSpPr>
          <p:cNvPr id="1465" name="Google Shape;1465;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Key Responsibilities</a:t>
            </a:r>
            <a:endParaRPr/>
          </a:p>
        </p:txBody>
      </p:sp>
      <p:sp>
        <p:nvSpPr>
          <p:cNvPr id="1466" name="Google Shape;1466;p35"/>
          <p:cNvSpPr txBox="1"/>
          <p:nvPr>
            <p:ph idx="1" type="subTitle"/>
          </p:nvPr>
        </p:nvSpPr>
        <p:spPr>
          <a:xfrm>
            <a:off x="720000" y="1956868"/>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Divides large messages into smaller </a:t>
            </a:r>
            <a:r>
              <a:rPr lang="en" sz="1100"/>
              <a:t>segments</a:t>
            </a:r>
            <a:r>
              <a:rPr lang="en" sz="1100"/>
              <a:t> and reassemble at </a:t>
            </a:r>
            <a:r>
              <a:rPr lang="en" sz="1100"/>
              <a:t>location</a:t>
            </a:r>
            <a:endParaRPr sz="1100"/>
          </a:p>
        </p:txBody>
      </p:sp>
      <p:sp>
        <p:nvSpPr>
          <p:cNvPr id="1467" name="Google Shape;1467;p35"/>
          <p:cNvSpPr txBox="1"/>
          <p:nvPr>
            <p:ph idx="2" type="subTitle"/>
          </p:nvPr>
        </p:nvSpPr>
        <p:spPr>
          <a:xfrm>
            <a:off x="6321902" y="1956868"/>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Identifies specific applications </a:t>
            </a:r>
            <a:r>
              <a:rPr lang="en" sz="1100"/>
              <a:t>using</a:t>
            </a:r>
            <a:r>
              <a:rPr lang="en" sz="1100"/>
              <a:t> the hosts port </a:t>
            </a:r>
            <a:r>
              <a:rPr lang="en" sz="1100"/>
              <a:t>number</a:t>
            </a:r>
            <a:endParaRPr sz="1100"/>
          </a:p>
        </p:txBody>
      </p:sp>
      <p:sp>
        <p:nvSpPr>
          <p:cNvPr id="1468" name="Google Shape;1468;p35"/>
          <p:cNvSpPr txBox="1"/>
          <p:nvPr>
            <p:ph idx="8" type="subTitle"/>
          </p:nvPr>
        </p:nvSpPr>
        <p:spPr>
          <a:xfrm>
            <a:off x="6321900" y="3231981"/>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Flow Control</a:t>
            </a:r>
            <a:endParaRPr>
              <a:solidFill>
                <a:schemeClr val="dk2"/>
              </a:solidFill>
            </a:endParaRPr>
          </a:p>
        </p:txBody>
      </p:sp>
      <p:sp>
        <p:nvSpPr>
          <p:cNvPr id="1469" name="Google Shape;1469;p35"/>
          <p:cNvSpPr txBox="1"/>
          <p:nvPr>
            <p:ph idx="5" type="subTitle"/>
          </p:nvPr>
        </p:nvSpPr>
        <p:spPr>
          <a:xfrm>
            <a:off x="720000" y="1627425"/>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Segmentation</a:t>
            </a:r>
            <a:endParaRPr>
              <a:solidFill>
                <a:schemeClr val="dk2"/>
              </a:solidFill>
            </a:endParaRPr>
          </a:p>
        </p:txBody>
      </p:sp>
      <p:sp>
        <p:nvSpPr>
          <p:cNvPr id="1470" name="Google Shape;1470;p35"/>
          <p:cNvSpPr txBox="1"/>
          <p:nvPr>
            <p:ph idx="6" type="subTitle"/>
          </p:nvPr>
        </p:nvSpPr>
        <p:spPr>
          <a:xfrm>
            <a:off x="6321900" y="1627425"/>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Port </a:t>
            </a:r>
            <a:r>
              <a:rPr lang="en">
                <a:solidFill>
                  <a:schemeClr val="dk2"/>
                </a:solidFill>
              </a:rPr>
              <a:t>addressing</a:t>
            </a:r>
            <a:endParaRPr>
              <a:solidFill>
                <a:schemeClr val="dk2"/>
              </a:solidFill>
            </a:endParaRPr>
          </a:p>
        </p:txBody>
      </p:sp>
      <p:sp>
        <p:nvSpPr>
          <p:cNvPr id="1471" name="Google Shape;1471;p35"/>
          <p:cNvSpPr txBox="1"/>
          <p:nvPr>
            <p:ph idx="4" type="subTitle"/>
          </p:nvPr>
        </p:nvSpPr>
        <p:spPr>
          <a:xfrm>
            <a:off x="6321902" y="3561374"/>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100"/>
              <a:t>Regulates data transmission speed to prevent network overload</a:t>
            </a:r>
            <a:endParaRPr sz="1100"/>
          </a:p>
        </p:txBody>
      </p:sp>
      <p:sp>
        <p:nvSpPr>
          <p:cNvPr id="1472" name="Google Shape;1472;p35"/>
          <p:cNvSpPr txBox="1"/>
          <p:nvPr>
            <p:ph idx="7" type="subTitle"/>
          </p:nvPr>
        </p:nvSpPr>
        <p:spPr>
          <a:xfrm>
            <a:off x="680100" y="3231981"/>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Error Detection</a:t>
            </a:r>
            <a:endParaRPr>
              <a:solidFill>
                <a:schemeClr val="dk2"/>
              </a:solidFill>
            </a:endParaRPr>
          </a:p>
        </p:txBody>
      </p:sp>
      <p:sp>
        <p:nvSpPr>
          <p:cNvPr id="1473" name="Google Shape;1473;p35"/>
          <p:cNvSpPr txBox="1"/>
          <p:nvPr>
            <p:ph idx="1" type="subTitle"/>
          </p:nvPr>
        </p:nvSpPr>
        <p:spPr>
          <a:xfrm>
            <a:off x="3450150" y="1956868"/>
            <a:ext cx="2102100" cy="665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475569"/>
              </a:buClr>
              <a:buSzPts val="1100"/>
              <a:buFont typeface="Calibri"/>
              <a:buNone/>
            </a:pPr>
            <a:r>
              <a:rPr lang="en" sz="1100">
                <a:solidFill>
                  <a:srgbClr val="475569"/>
                </a:solidFill>
              </a:rPr>
              <a:t>Manages complete data </a:t>
            </a:r>
            <a:r>
              <a:rPr lang="en" sz="1100">
                <a:solidFill>
                  <a:srgbClr val="475569"/>
                </a:solidFill>
              </a:rPr>
              <a:t>transfer</a:t>
            </a:r>
            <a:r>
              <a:rPr lang="en" sz="1100">
                <a:solidFill>
                  <a:srgbClr val="475569"/>
                </a:solidFill>
              </a:rPr>
              <a:t> from source to destination  application</a:t>
            </a:r>
            <a:endParaRPr/>
          </a:p>
        </p:txBody>
      </p:sp>
      <p:sp>
        <p:nvSpPr>
          <p:cNvPr id="1474" name="Google Shape;1474;p35"/>
          <p:cNvSpPr txBox="1"/>
          <p:nvPr>
            <p:ph idx="5" type="subTitle"/>
          </p:nvPr>
        </p:nvSpPr>
        <p:spPr>
          <a:xfrm>
            <a:off x="3450150" y="1627425"/>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End-to-End</a:t>
            </a:r>
            <a:endParaRPr>
              <a:solidFill>
                <a:schemeClr val="dk2"/>
              </a:solidFill>
            </a:endParaRPr>
          </a:p>
        </p:txBody>
      </p:sp>
      <p:sp>
        <p:nvSpPr>
          <p:cNvPr id="1475" name="Google Shape;1475;p35"/>
          <p:cNvSpPr txBox="1"/>
          <p:nvPr>
            <p:ph idx="1" type="subTitle"/>
          </p:nvPr>
        </p:nvSpPr>
        <p:spPr>
          <a:xfrm>
            <a:off x="3520950" y="3561418"/>
            <a:ext cx="2102100" cy="665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rgbClr val="475569"/>
                </a:solidFill>
              </a:rPr>
              <a:t>Establishing</a:t>
            </a:r>
            <a:r>
              <a:rPr lang="en" sz="1100">
                <a:solidFill>
                  <a:srgbClr val="475569"/>
                </a:solidFill>
              </a:rPr>
              <a:t> and </a:t>
            </a:r>
            <a:r>
              <a:rPr lang="en" sz="1100">
                <a:solidFill>
                  <a:srgbClr val="475569"/>
                </a:solidFill>
              </a:rPr>
              <a:t>terminating</a:t>
            </a:r>
            <a:r>
              <a:rPr lang="en" sz="1100">
                <a:solidFill>
                  <a:srgbClr val="475569"/>
                </a:solidFill>
              </a:rPr>
              <a:t> </a:t>
            </a:r>
            <a:r>
              <a:rPr lang="en" sz="1100">
                <a:solidFill>
                  <a:srgbClr val="475569"/>
                </a:solidFill>
              </a:rPr>
              <a:t>connections</a:t>
            </a:r>
            <a:r>
              <a:rPr lang="en" sz="1100">
                <a:solidFill>
                  <a:srgbClr val="475569"/>
                </a:solidFill>
              </a:rPr>
              <a:t> through the handshake method</a:t>
            </a:r>
            <a:endParaRPr/>
          </a:p>
        </p:txBody>
      </p:sp>
      <p:sp>
        <p:nvSpPr>
          <p:cNvPr id="1476" name="Google Shape;1476;p35"/>
          <p:cNvSpPr txBox="1"/>
          <p:nvPr>
            <p:ph idx="5" type="subTitle"/>
          </p:nvPr>
        </p:nvSpPr>
        <p:spPr>
          <a:xfrm>
            <a:off x="3520950" y="3231975"/>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dk2"/>
                </a:solidFill>
              </a:rPr>
              <a:t>Connection Management </a:t>
            </a:r>
            <a:endParaRPr>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VS UDP</a:t>
            </a:r>
            <a:endParaRPr/>
          </a:p>
        </p:txBody>
      </p:sp>
      <p:sp>
        <p:nvSpPr>
          <p:cNvPr id="1482" name="Google Shape;1482;p36"/>
          <p:cNvSpPr txBox="1"/>
          <p:nvPr>
            <p:ph idx="3" type="subTitle"/>
          </p:nvPr>
        </p:nvSpPr>
        <p:spPr>
          <a:xfrm>
            <a:off x="6803708" y="2107813"/>
            <a:ext cx="2340300" cy="40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UDP</a:t>
            </a:r>
            <a:endParaRPr>
              <a:solidFill>
                <a:schemeClr val="dk2"/>
              </a:solidFill>
            </a:endParaRPr>
          </a:p>
        </p:txBody>
      </p:sp>
      <p:sp>
        <p:nvSpPr>
          <p:cNvPr id="1483" name="Google Shape;1483;p36"/>
          <p:cNvSpPr txBox="1"/>
          <p:nvPr>
            <p:ph idx="4" type="subTitle"/>
          </p:nvPr>
        </p:nvSpPr>
        <p:spPr>
          <a:xfrm>
            <a:off x="0" y="2107813"/>
            <a:ext cx="2340300" cy="40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TCP</a:t>
            </a:r>
            <a:endParaRPr>
              <a:solidFill>
                <a:schemeClr val="dk2"/>
              </a:solidFill>
            </a:endParaRPr>
          </a:p>
        </p:txBody>
      </p:sp>
      <p:sp>
        <p:nvSpPr>
          <p:cNvPr id="1484" name="Google Shape;1484;p36"/>
          <p:cNvSpPr txBox="1"/>
          <p:nvPr>
            <p:ph idx="2" type="subTitle"/>
          </p:nvPr>
        </p:nvSpPr>
        <p:spPr>
          <a:xfrm>
            <a:off x="0" y="2431825"/>
            <a:ext cx="2340300" cy="1320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sz="1100"/>
              <a:t>Transmission control Protocol </a:t>
            </a:r>
            <a:endParaRPr sz="1100"/>
          </a:p>
          <a:p>
            <a:pPr indent="-298450" lvl="0" marL="457200" rtl="0" algn="l">
              <a:spcBef>
                <a:spcPts val="0"/>
              </a:spcBef>
              <a:spcAft>
                <a:spcPts val="0"/>
              </a:spcAft>
              <a:buSzPts val="1100"/>
              <a:buChar char="●"/>
            </a:pPr>
            <a:r>
              <a:rPr lang="en" sz="1100"/>
              <a:t>Connection bassed</a:t>
            </a:r>
            <a:endParaRPr sz="1100"/>
          </a:p>
          <a:p>
            <a:pPr indent="-298450" lvl="0" marL="457200" rtl="0" algn="l">
              <a:spcBef>
                <a:spcPts val="0"/>
              </a:spcBef>
              <a:spcAft>
                <a:spcPts val="0"/>
              </a:spcAft>
              <a:buSzPts val="1100"/>
              <a:buChar char="●"/>
            </a:pPr>
            <a:r>
              <a:rPr lang="en" sz="1100"/>
              <a:t>Ordered </a:t>
            </a:r>
            <a:endParaRPr sz="1100"/>
          </a:p>
          <a:p>
            <a:pPr indent="-298450" lvl="0" marL="457200" rtl="0" algn="l">
              <a:spcBef>
                <a:spcPts val="0"/>
              </a:spcBef>
              <a:spcAft>
                <a:spcPts val="0"/>
              </a:spcAft>
              <a:buSzPts val="1100"/>
              <a:buChar char="●"/>
            </a:pPr>
            <a:r>
              <a:rPr lang="en" sz="1100"/>
              <a:t>Flow/congestion control</a:t>
            </a:r>
            <a:endParaRPr sz="1100"/>
          </a:p>
          <a:p>
            <a:pPr indent="-298450" lvl="0" marL="457200" rtl="0" algn="l">
              <a:spcBef>
                <a:spcPts val="0"/>
              </a:spcBef>
              <a:spcAft>
                <a:spcPts val="0"/>
              </a:spcAft>
              <a:buSzPts val="1100"/>
              <a:buChar char="●"/>
            </a:pPr>
            <a:r>
              <a:rPr lang="en" sz="1100"/>
              <a:t>Harder to implement</a:t>
            </a:r>
            <a:endParaRPr sz="1100"/>
          </a:p>
        </p:txBody>
      </p:sp>
      <p:sp>
        <p:nvSpPr>
          <p:cNvPr id="1485" name="Google Shape;1485;p36"/>
          <p:cNvSpPr txBox="1"/>
          <p:nvPr>
            <p:ph idx="1" type="subTitle"/>
          </p:nvPr>
        </p:nvSpPr>
        <p:spPr>
          <a:xfrm>
            <a:off x="6803703" y="2431825"/>
            <a:ext cx="2340300" cy="13206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sz="1100"/>
              <a:t>User datagram protocol</a:t>
            </a:r>
            <a:endParaRPr sz="1100"/>
          </a:p>
          <a:p>
            <a:pPr indent="-298450" lvl="0" marL="457200" rtl="0" algn="l">
              <a:spcBef>
                <a:spcPts val="0"/>
              </a:spcBef>
              <a:spcAft>
                <a:spcPts val="0"/>
              </a:spcAft>
              <a:buSzPts val="1100"/>
              <a:buChar char="●"/>
            </a:pPr>
            <a:r>
              <a:rPr lang="en" sz="1100"/>
              <a:t>Conectionless </a:t>
            </a:r>
            <a:endParaRPr sz="1100"/>
          </a:p>
          <a:p>
            <a:pPr indent="-298450" lvl="0" marL="457200" rtl="0" algn="l">
              <a:spcBef>
                <a:spcPts val="0"/>
              </a:spcBef>
              <a:spcAft>
                <a:spcPts val="0"/>
              </a:spcAft>
              <a:buSzPts val="1100"/>
              <a:buChar char="●"/>
            </a:pPr>
            <a:r>
              <a:rPr lang="en" sz="1100"/>
              <a:t>No </a:t>
            </a:r>
            <a:r>
              <a:rPr lang="en" sz="1100"/>
              <a:t>ordering</a:t>
            </a:r>
            <a:endParaRPr sz="1100"/>
          </a:p>
          <a:p>
            <a:pPr indent="-298450" lvl="0" marL="457200" rtl="0" algn="l">
              <a:spcBef>
                <a:spcPts val="0"/>
              </a:spcBef>
              <a:spcAft>
                <a:spcPts val="0"/>
              </a:spcAft>
              <a:buSzPts val="1100"/>
              <a:buChar char="●"/>
            </a:pPr>
            <a:r>
              <a:rPr lang="en" sz="1100"/>
              <a:t>No flow/congetsion control</a:t>
            </a:r>
            <a:r>
              <a:rPr lang="en" sz="1100"/>
              <a:t> </a:t>
            </a:r>
            <a:endParaRPr sz="1100"/>
          </a:p>
          <a:p>
            <a:pPr indent="-298450" lvl="0" marL="457200" rtl="0" algn="l">
              <a:spcBef>
                <a:spcPts val="0"/>
              </a:spcBef>
              <a:spcAft>
                <a:spcPts val="0"/>
              </a:spcAft>
              <a:buSzPts val="1100"/>
              <a:buChar char="●"/>
            </a:pPr>
            <a:r>
              <a:rPr lang="en" sz="1100"/>
              <a:t>Easier</a:t>
            </a:r>
            <a:r>
              <a:rPr lang="en" sz="1100"/>
              <a:t> to implement</a:t>
            </a:r>
            <a:endParaRPr sz="1100"/>
          </a:p>
        </p:txBody>
      </p:sp>
      <p:pic>
        <p:nvPicPr>
          <p:cNvPr id="1486" name="Google Shape;1486;p36" title="conection_vs_conetionless.jpg"/>
          <p:cNvPicPr preferRelativeResize="0"/>
          <p:nvPr/>
        </p:nvPicPr>
        <p:blipFill rotWithShape="1">
          <a:blip r:embed="rId3">
            <a:alphaModFix/>
          </a:blip>
          <a:srcRect b="0" l="0" r="58822" t="0"/>
          <a:stretch/>
        </p:blipFill>
        <p:spPr>
          <a:xfrm>
            <a:off x="4825000" y="1801525"/>
            <a:ext cx="1978701" cy="2257200"/>
          </a:xfrm>
          <a:prstGeom prst="rect">
            <a:avLst/>
          </a:prstGeom>
          <a:noFill/>
          <a:ln>
            <a:noFill/>
          </a:ln>
        </p:spPr>
      </p:pic>
      <p:pic>
        <p:nvPicPr>
          <p:cNvPr id="1487" name="Google Shape;1487;p36" title="conection_vs_conetionless.jpg"/>
          <p:cNvPicPr preferRelativeResize="0"/>
          <p:nvPr/>
        </p:nvPicPr>
        <p:blipFill rotWithShape="1">
          <a:blip r:embed="rId3">
            <a:alphaModFix/>
          </a:blip>
          <a:srcRect b="0" l="58822" r="0" t="0"/>
          <a:stretch/>
        </p:blipFill>
        <p:spPr>
          <a:xfrm>
            <a:off x="2593300" y="1801525"/>
            <a:ext cx="1978701" cy="22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TCP in depth</a:t>
            </a:r>
            <a:endParaRPr/>
          </a:p>
        </p:txBody>
      </p:sp>
      <p:sp>
        <p:nvSpPr>
          <p:cNvPr id="1493" name="Google Shape;1493;p37"/>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TCP treats data as a continuous stream of bytes. </a:t>
            </a:r>
            <a:endParaRPr/>
          </a:p>
          <a:p>
            <a:pPr indent="-317500" lvl="0" marL="457200" rtl="0" algn="l">
              <a:spcBef>
                <a:spcPts val="0"/>
              </a:spcBef>
              <a:spcAft>
                <a:spcPts val="0"/>
              </a:spcAft>
              <a:buSzPts val="1400"/>
              <a:buChar char="●"/>
            </a:pPr>
            <a:r>
              <a:rPr lang="en"/>
              <a:t>Before any data is sent, a connection must be established via the three-way handshake (SYN → SYN-ACK → ACK). </a:t>
            </a:r>
            <a:endParaRPr/>
          </a:p>
          <a:p>
            <a:pPr indent="-317500" lvl="0" marL="457200" rtl="0" algn="l">
              <a:spcBef>
                <a:spcPts val="0"/>
              </a:spcBef>
              <a:spcAft>
                <a:spcPts val="0"/>
              </a:spcAft>
              <a:buSzPts val="1400"/>
              <a:buChar char="●"/>
            </a:pPr>
            <a:r>
              <a:rPr lang="en"/>
              <a:t>Every byte sent is numbered with a sequence number, and the receiver must acknowledge receipt. </a:t>
            </a:r>
            <a:endParaRPr/>
          </a:p>
          <a:p>
            <a:pPr indent="-317500" lvl="0" marL="457200" rtl="0" algn="l">
              <a:spcBef>
                <a:spcPts val="0"/>
              </a:spcBef>
              <a:spcAft>
                <a:spcPts val="0"/>
              </a:spcAft>
              <a:buSzPts val="1400"/>
              <a:buChar char="●"/>
            </a:pPr>
            <a:r>
              <a:rPr lang="en"/>
              <a:t>If an acknowledgement isn't received within a timeout period, the data is retransmitted automatically.</a:t>
            </a:r>
            <a:endParaRPr/>
          </a:p>
          <a:p>
            <a:pPr indent="-317500" lvl="0" marL="457200" rtl="0" algn="l">
              <a:spcBef>
                <a:spcPts val="0"/>
              </a:spcBef>
              <a:spcAft>
                <a:spcPts val="0"/>
              </a:spcAft>
              <a:buSzPts val="1400"/>
              <a:buChar char="●"/>
            </a:pPr>
            <a:r>
              <a:rPr lang="en"/>
              <a:t>Key </a:t>
            </a:r>
            <a:r>
              <a:rPr lang="en"/>
              <a:t>Mechanisms</a:t>
            </a:r>
            <a:r>
              <a:rPr lang="en"/>
              <a:t>:</a:t>
            </a:r>
            <a:endParaRPr/>
          </a:p>
          <a:p>
            <a:pPr indent="0" lvl="0" marL="457200" rtl="0" algn="l">
              <a:spcBef>
                <a:spcPts val="0"/>
              </a:spcBef>
              <a:spcAft>
                <a:spcPts val="0"/>
              </a:spcAft>
              <a:buNone/>
            </a:pPr>
            <a:r>
              <a:rPr lang="en"/>
              <a:t>- segmentation</a:t>
            </a:r>
            <a:endParaRPr/>
          </a:p>
          <a:p>
            <a:pPr indent="0" lvl="0" marL="457200" rtl="0" algn="l">
              <a:spcBef>
                <a:spcPts val="0"/>
              </a:spcBef>
              <a:spcAft>
                <a:spcPts val="0"/>
              </a:spcAft>
              <a:buNone/>
            </a:pPr>
            <a:r>
              <a:rPr lang="en"/>
              <a:t>-sequence numbers</a:t>
            </a:r>
            <a:endParaRPr/>
          </a:p>
          <a:p>
            <a:pPr indent="0" lvl="0" marL="457200" rtl="0" algn="l">
              <a:spcBef>
                <a:spcPts val="0"/>
              </a:spcBef>
              <a:spcAft>
                <a:spcPts val="0"/>
              </a:spcAft>
              <a:buNone/>
            </a:pPr>
            <a:r>
              <a:rPr lang="en"/>
              <a:t>-flow/congestion control</a:t>
            </a:r>
            <a:endParaRPr/>
          </a:p>
          <a:p>
            <a:pPr indent="0" lvl="0" marL="457200" rtl="0" algn="l">
              <a:spcBef>
                <a:spcPts val="0"/>
              </a:spcBef>
              <a:spcAft>
                <a:spcPts val="0"/>
              </a:spcAft>
              <a:buNone/>
            </a:pPr>
            <a:r>
              <a:rPr lang="en"/>
              <a:t>-connection termination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Three way handshake</a:t>
            </a:r>
            <a:endParaRPr/>
          </a:p>
        </p:txBody>
      </p:sp>
      <p:sp>
        <p:nvSpPr>
          <p:cNvPr id="1499" name="Google Shape;1499;p38"/>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TCP establishes connections befor data </a:t>
            </a:r>
            <a:r>
              <a:rPr lang="en"/>
              <a:t>transfer</a:t>
            </a:r>
            <a:r>
              <a:rPr lang="en"/>
              <a:t> </a:t>
            </a:r>
            <a:endParaRPr/>
          </a:p>
        </p:txBody>
      </p:sp>
      <p:pic>
        <p:nvPicPr>
          <p:cNvPr id="1500" name="Google Shape;1500;p38" title="handshake.jpg"/>
          <p:cNvPicPr preferRelativeResize="0"/>
          <p:nvPr/>
        </p:nvPicPr>
        <p:blipFill>
          <a:blip r:embed="rId3">
            <a:alphaModFix/>
          </a:blip>
          <a:stretch>
            <a:fillRect/>
          </a:stretch>
        </p:blipFill>
        <p:spPr>
          <a:xfrm>
            <a:off x="2380100" y="1617601"/>
            <a:ext cx="4383799" cy="32878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UDP in depth</a:t>
            </a:r>
            <a:endParaRPr/>
          </a:p>
        </p:txBody>
      </p:sp>
      <p:sp>
        <p:nvSpPr>
          <p:cNvPr id="1506" name="Google Shape;1506;p39"/>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UDP simply packages application data into a datagram and sends it. </a:t>
            </a:r>
            <a:endParaRPr/>
          </a:p>
          <a:p>
            <a:pPr indent="-317500" lvl="0" marL="457200" rtl="0" algn="l">
              <a:spcBef>
                <a:spcPts val="0"/>
              </a:spcBef>
              <a:spcAft>
                <a:spcPts val="0"/>
              </a:spcAft>
              <a:buSzPts val="1400"/>
              <a:buChar char="●"/>
            </a:pPr>
            <a:r>
              <a:rPr lang="en"/>
              <a:t>There is no handshake, no acknowledgement, no retransmission, and no ordering guarantee. </a:t>
            </a:r>
            <a:endParaRPr/>
          </a:p>
          <a:p>
            <a:pPr indent="-317500" lvl="0" marL="457200" rtl="0" algn="l">
              <a:spcBef>
                <a:spcPts val="0"/>
              </a:spcBef>
              <a:spcAft>
                <a:spcPts val="0"/>
              </a:spcAft>
              <a:buSzPts val="1400"/>
              <a:buChar char="●"/>
            </a:pPr>
            <a:r>
              <a:rPr lang="en"/>
              <a:t>The sender fires packets and forgets them. </a:t>
            </a:r>
            <a:endParaRPr/>
          </a:p>
          <a:p>
            <a:pPr indent="-317500" lvl="0" marL="457200" rtl="0" algn="l">
              <a:spcBef>
                <a:spcPts val="0"/>
              </a:spcBef>
              <a:spcAft>
                <a:spcPts val="0"/>
              </a:spcAft>
              <a:buSzPts val="1400"/>
              <a:buChar char="●"/>
            </a:pPr>
            <a:r>
              <a:rPr lang="en"/>
              <a:t>If a packet is lost, corrupted, or arrives out of order, UDP does nothing — it's entirely up to the application layer to handle this if needed.</a:t>
            </a:r>
            <a:endParaRPr/>
          </a:p>
          <a:p>
            <a:pPr indent="-317500" lvl="0" marL="457200" rtl="0" algn="l">
              <a:spcBef>
                <a:spcPts val="0"/>
              </a:spcBef>
              <a:spcAft>
                <a:spcPts val="0"/>
              </a:spcAft>
              <a:buSzPts val="1400"/>
              <a:buChar char="●"/>
            </a:pPr>
            <a:r>
              <a:rPr lang="en"/>
              <a:t>Key </a:t>
            </a:r>
            <a:r>
              <a:rPr lang="en"/>
              <a:t>characteristics:</a:t>
            </a:r>
            <a:endParaRPr/>
          </a:p>
          <a:p>
            <a:pPr indent="0" lvl="0" marL="457200" rtl="0" algn="l">
              <a:spcBef>
                <a:spcPts val="0"/>
              </a:spcBef>
              <a:spcAft>
                <a:spcPts val="0"/>
              </a:spcAft>
              <a:buNone/>
            </a:pPr>
            <a:r>
              <a:rPr lang="en"/>
              <a:t>- multicast &amp; broadcast support</a:t>
            </a:r>
            <a:endParaRPr/>
          </a:p>
          <a:p>
            <a:pPr indent="0" lvl="0" marL="457200" rtl="0" algn="l">
              <a:spcBef>
                <a:spcPts val="0"/>
              </a:spcBef>
              <a:spcAft>
                <a:spcPts val="0"/>
              </a:spcAft>
              <a:buNone/>
            </a:pPr>
            <a:r>
              <a:rPr lang="en"/>
              <a:t>-checksum</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4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Ports and </a:t>
            </a:r>
            <a:r>
              <a:rPr lang="en"/>
              <a:t>Sockets</a:t>
            </a:r>
            <a:endParaRPr/>
          </a:p>
        </p:txBody>
      </p:sp>
      <p:sp>
        <p:nvSpPr>
          <p:cNvPr id="1512" name="Google Shape;1512;p40"/>
          <p:cNvSpPr txBox="1"/>
          <p:nvPr>
            <p:ph idx="1" type="subTitle"/>
          </p:nvPr>
        </p:nvSpPr>
        <p:spPr>
          <a:xfrm>
            <a:off x="4881006" y="1656450"/>
            <a:ext cx="3543000" cy="1830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28090"/>
              </a:buClr>
              <a:buSzPts val="2200"/>
              <a:buFont typeface="Calibri"/>
              <a:buNone/>
            </a:pPr>
            <a:r>
              <a:rPr lang="en"/>
              <a:t>SOCKET = IP Address + Port Number</a:t>
            </a:r>
            <a:endParaRPr/>
          </a:p>
          <a:p>
            <a:pPr indent="0" lvl="0" marL="0" rtl="0" algn="l">
              <a:lnSpc>
                <a:spcPct val="100000"/>
              </a:lnSpc>
              <a:spcBef>
                <a:spcPts val="0"/>
              </a:spcBef>
              <a:spcAft>
                <a:spcPts val="0"/>
              </a:spcAft>
              <a:buClr>
                <a:srgbClr val="028090"/>
              </a:buClr>
              <a:buSzPts val="2200"/>
              <a:buFont typeface="Calibri"/>
              <a:buNone/>
            </a:pPr>
            <a:r>
              <a:t/>
            </a:r>
            <a:endParaRPr/>
          </a:p>
          <a:p>
            <a:pPr indent="0" lvl="0" marL="0" rtl="0" algn="l">
              <a:lnSpc>
                <a:spcPct val="100000"/>
              </a:lnSpc>
              <a:spcBef>
                <a:spcPts val="0"/>
              </a:spcBef>
              <a:spcAft>
                <a:spcPts val="0"/>
              </a:spcAft>
              <a:buClr>
                <a:srgbClr val="028090"/>
              </a:buClr>
              <a:buSzPts val="2200"/>
              <a:buFont typeface="Calibri"/>
              <a:buNone/>
            </a:pPr>
            <a:r>
              <a:rPr lang="en"/>
              <a:t>Key ideas: client socket, socket pair, server socket, and Multiplexing</a:t>
            </a:r>
            <a:endParaRPr/>
          </a:p>
        </p:txBody>
      </p:sp>
      <p:sp>
        <p:nvSpPr>
          <p:cNvPr id="1513" name="Google Shape;1513;p40"/>
          <p:cNvSpPr txBox="1"/>
          <p:nvPr>
            <p:ph idx="2" type="subTitle"/>
          </p:nvPr>
        </p:nvSpPr>
        <p:spPr>
          <a:xfrm>
            <a:off x="720000" y="1656450"/>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Port = 16 bit </a:t>
            </a:r>
            <a:r>
              <a:rPr lang="en"/>
              <a:t>integer</a:t>
            </a:r>
            <a:r>
              <a:rPr lang="en"/>
              <a:t>  that identifies a service</a:t>
            </a:r>
            <a:endParaRPr/>
          </a:p>
          <a:p>
            <a:pPr indent="0" lvl="0" marL="0" rtl="0" algn="l">
              <a:spcBef>
                <a:spcPts val="0"/>
              </a:spcBef>
              <a:spcAft>
                <a:spcPts val="0"/>
              </a:spcAft>
              <a:buNone/>
            </a:pPr>
            <a:r>
              <a:rPr lang="en"/>
              <a:t>Its how the transport layer identifies which </a:t>
            </a:r>
            <a:r>
              <a:rPr lang="en"/>
              <a:t>application</a:t>
            </a:r>
            <a:r>
              <a:rPr lang="en"/>
              <a:t> should </a:t>
            </a:r>
            <a:r>
              <a:rPr lang="en"/>
              <a:t>receive</a:t>
            </a:r>
            <a:r>
              <a:rPr lang="en"/>
              <a:t> data </a:t>
            </a:r>
            <a:endParaRPr/>
          </a:p>
          <a:p>
            <a:pPr indent="0" lvl="0" marL="0" rtl="0" algn="l">
              <a:spcBef>
                <a:spcPts val="0"/>
              </a:spcBef>
              <a:spcAft>
                <a:spcPts val="0"/>
              </a:spcAft>
              <a:buNone/>
            </a:pPr>
            <a:r>
              <a:t/>
            </a:r>
            <a:endParaRPr/>
          </a:p>
        </p:txBody>
      </p:sp>
      <p:pic>
        <p:nvPicPr>
          <p:cNvPr id="1514" name="Google Shape;1514;p40" title="networks_ports_.jpg"/>
          <p:cNvPicPr preferRelativeResize="0"/>
          <p:nvPr/>
        </p:nvPicPr>
        <p:blipFill>
          <a:blip r:embed="rId3">
            <a:alphaModFix/>
          </a:blip>
          <a:stretch>
            <a:fillRect/>
          </a:stretch>
        </p:blipFill>
        <p:spPr>
          <a:xfrm>
            <a:off x="597175" y="2989900"/>
            <a:ext cx="3854576" cy="1927275"/>
          </a:xfrm>
          <a:prstGeom prst="rect">
            <a:avLst/>
          </a:prstGeom>
          <a:noFill/>
          <a:ln>
            <a:noFill/>
          </a:ln>
        </p:spPr>
      </p:pic>
      <p:pic>
        <p:nvPicPr>
          <p:cNvPr id="1515" name="Google Shape;1515;p40" title="Socket-in-Computer-Network-2.jpg"/>
          <p:cNvPicPr preferRelativeResize="0"/>
          <p:nvPr/>
        </p:nvPicPr>
        <p:blipFill>
          <a:blip r:embed="rId4">
            <a:alphaModFix/>
          </a:blip>
          <a:stretch>
            <a:fillRect/>
          </a:stretch>
        </p:blipFill>
        <p:spPr>
          <a:xfrm>
            <a:off x="4839024" y="2991090"/>
            <a:ext cx="3854574" cy="192488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9" name="Shape 1519"/>
        <p:cNvGrpSpPr/>
        <p:nvPr/>
      </p:nvGrpSpPr>
      <p:grpSpPr>
        <a:xfrm>
          <a:off x="0" y="0"/>
          <a:ext cx="0" cy="0"/>
          <a:chOff x="0" y="0"/>
          <a:chExt cx="0" cy="0"/>
        </a:xfrm>
      </p:grpSpPr>
      <p:sp>
        <p:nvSpPr>
          <p:cNvPr id="1520" name="Google Shape;1520;p4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Flow and congestion control</a:t>
            </a:r>
            <a:endParaRPr/>
          </a:p>
        </p:txBody>
      </p:sp>
      <p:sp>
        <p:nvSpPr>
          <p:cNvPr id="1521" name="Google Shape;1521;p41"/>
          <p:cNvSpPr txBox="1"/>
          <p:nvPr>
            <p:ph idx="1" type="body"/>
          </p:nvPr>
        </p:nvSpPr>
        <p:spPr>
          <a:xfrm>
            <a:off x="720000" y="1139550"/>
            <a:ext cx="3629100" cy="178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Preventing overwhelming the </a:t>
            </a:r>
            <a:r>
              <a:rPr lang="en"/>
              <a:t>receiver</a:t>
            </a:r>
            <a:endParaRPr/>
          </a:p>
          <a:p>
            <a:pPr indent="0" lvl="0" marL="0" rtl="0" algn="l">
              <a:spcBef>
                <a:spcPts val="0"/>
              </a:spcBef>
              <a:spcAft>
                <a:spcPts val="0"/>
              </a:spcAft>
              <a:buNone/>
            </a:pPr>
            <a:r>
              <a:rPr lang="en"/>
              <a:t>Tcp uses the sliding window mechanism </a:t>
            </a:r>
            <a:endParaRPr/>
          </a:p>
          <a:p>
            <a:pPr indent="0" lvl="0" marL="0" rtl="0" algn="l">
              <a:spcBef>
                <a:spcPts val="0"/>
              </a:spcBef>
              <a:spcAft>
                <a:spcPts val="0"/>
              </a:spcAft>
              <a:buNone/>
            </a:pPr>
            <a:r>
              <a:rPr lang="en"/>
              <a:t>Key ideas:</a:t>
            </a:r>
            <a:endParaRPr/>
          </a:p>
          <a:p>
            <a:pPr indent="-304800" lvl="0" marL="457200" rtl="0" algn="l">
              <a:spcBef>
                <a:spcPts val="0"/>
              </a:spcBef>
              <a:spcAft>
                <a:spcPts val="0"/>
              </a:spcAft>
              <a:buSzPts val="1200"/>
              <a:buChar char="●"/>
            </a:pPr>
            <a:r>
              <a:rPr lang="en"/>
              <a:t>windowing</a:t>
            </a:r>
            <a:endParaRPr/>
          </a:p>
          <a:p>
            <a:pPr indent="-304800" lvl="0" marL="457200" rtl="0" algn="l">
              <a:spcBef>
                <a:spcPts val="0"/>
              </a:spcBef>
              <a:spcAft>
                <a:spcPts val="0"/>
              </a:spcAft>
              <a:buSzPts val="1200"/>
              <a:buChar char="●"/>
            </a:pPr>
            <a:r>
              <a:rPr lang="en"/>
              <a:t>Receive widow </a:t>
            </a:r>
            <a:endParaRPr/>
          </a:p>
          <a:p>
            <a:pPr indent="-304800" lvl="0" marL="457200" rtl="0" algn="l">
              <a:spcBef>
                <a:spcPts val="0"/>
              </a:spcBef>
              <a:spcAft>
                <a:spcPts val="0"/>
              </a:spcAft>
              <a:buSzPts val="1200"/>
              <a:buChar char="●"/>
            </a:pPr>
            <a:r>
              <a:rPr lang="en"/>
              <a:t>Zero window </a:t>
            </a:r>
            <a:endParaRPr/>
          </a:p>
          <a:p>
            <a:pPr indent="-304800" lvl="0" marL="457200" rtl="0" algn="l">
              <a:spcBef>
                <a:spcPts val="0"/>
              </a:spcBef>
              <a:spcAft>
                <a:spcPts val="0"/>
              </a:spcAft>
              <a:buSzPts val="1200"/>
              <a:buChar char="●"/>
            </a:pPr>
            <a:r>
              <a:rPr lang="en"/>
              <a:t>Window scaling </a:t>
            </a:r>
            <a:endParaRPr/>
          </a:p>
          <a:p>
            <a:pPr indent="-304800" lvl="0" marL="457200" rtl="0" algn="l">
              <a:spcBef>
                <a:spcPts val="0"/>
              </a:spcBef>
              <a:spcAft>
                <a:spcPts val="0"/>
              </a:spcAft>
              <a:buSzPts val="1200"/>
              <a:buChar char="●"/>
            </a:pPr>
            <a:r>
              <a:rPr lang="en"/>
              <a:t>Slow start</a:t>
            </a:r>
            <a:endParaRPr/>
          </a:p>
        </p:txBody>
      </p:sp>
      <p:sp>
        <p:nvSpPr>
          <p:cNvPr id="1522" name="Google Shape;1522;p41"/>
          <p:cNvSpPr txBox="1"/>
          <p:nvPr>
            <p:ph idx="2" type="body"/>
          </p:nvPr>
        </p:nvSpPr>
        <p:spPr>
          <a:xfrm>
            <a:off x="4794825" y="1139550"/>
            <a:ext cx="3629100" cy="1786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2C39A"/>
              </a:buClr>
              <a:buSzPts val="1400"/>
              <a:buFont typeface="Calibri"/>
              <a:buNone/>
            </a:pPr>
            <a:r>
              <a:rPr lang="en">
                <a:solidFill>
                  <a:schemeClr val="dk1"/>
                </a:solidFill>
              </a:rPr>
              <a:t>How TCP detects and responds to network congestion</a:t>
            </a:r>
            <a:endParaRPr>
              <a:solidFill>
                <a:schemeClr val="dk1"/>
              </a:solidFill>
            </a:endParaRPr>
          </a:p>
          <a:p>
            <a:pPr indent="0" lvl="0" marL="0" rtl="0" algn="l">
              <a:lnSpc>
                <a:spcPct val="100000"/>
              </a:lnSpc>
              <a:spcBef>
                <a:spcPts val="0"/>
              </a:spcBef>
              <a:spcAft>
                <a:spcPts val="0"/>
              </a:spcAft>
              <a:buClr>
                <a:srgbClr val="02C39A"/>
              </a:buClr>
              <a:buSzPts val="1400"/>
              <a:buFont typeface="Calibri"/>
              <a:buNone/>
            </a:pPr>
            <a:r>
              <a:rPr lang="en">
                <a:solidFill>
                  <a:schemeClr val="dk1"/>
                </a:solidFill>
              </a:rPr>
              <a:t>Key ideas:</a:t>
            </a:r>
            <a:endParaRPr>
              <a:solidFill>
                <a:schemeClr val="dk1"/>
              </a:solidFill>
            </a:endParaRPr>
          </a:p>
          <a:p>
            <a:pPr indent="-304800" lvl="0" marL="457200" rtl="0" algn="l">
              <a:lnSpc>
                <a:spcPct val="100000"/>
              </a:lnSpc>
              <a:spcBef>
                <a:spcPts val="0"/>
              </a:spcBef>
              <a:spcAft>
                <a:spcPts val="0"/>
              </a:spcAft>
              <a:buClr>
                <a:schemeClr val="dk1"/>
              </a:buClr>
              <a:buSzPts val="1200"/>
              <a:buChar char="●"/>
            </a:pPr>
            <a:r>
              <a:rPr lang="en">
                <a:solidFill>
                  <a:schemeClr val="dk1"/>
                </a:solidFill>
              </a:rPr>
              <a:t>Fast </a:t>
            </a:r>
            <a:r>
              <a:rPr lang="en">
                <a:solidFill>
                  <a:schemeClr val="dk1"/>
                </a:solidFill>
              </a:rPr>
              <a:t>transmit</a:t>
            </a:r>
            <a:endParaRPr>
              <a:solidFill>
                <a:schemeClr val="dk1"/>
              </a:solidFill>
            </a:endParaRPr>
          </a:p>
          <a:p>
            <a:pPr indent="-304800" lvl="0" marL="457200" rtl="0" algn="l">
              <a:lnSpc>
                <a:spcPct val="100000"/>
              </a:lnSpc>
              <a:spcBef>
                <a:spcPts val="0"/>
              </a:spcBef>
              <a:spcAft>
                <a:spcPts val="0"/>
              </a:spcAft>
              <a:buClr>
                <a:schemeClr val="dk1"/>
              </a:buClr>
              <a:buSzPts val="1200"/>
              <a:buChar char="●"/>
            </a:pPr>
            <a:r>
              <a:rPr lang="en">
                <a:solidFill>
                  <a:schemeClr val="dk1"/>
                </a:solidFill>
              </a:rPr>
              <a:t>Fast recovery </a:t>
            </a:r>
            <a:endParaRPr>
              <a:solidFill>
                <a:schemeClr val="dk1"/>
              </a:solidFill>
            </a:endParaRPr>
          </a:p>
          <a:p>
            <a:pPr indent="-304800" lvl="0" marL="457200" rtl="0" algn="l">
              <a:lnSpc>
                <a:spcPct val="100000"/>
              </a:lnSpc>
              <a:spcBef>
                <a:spcPts val="0"/>
              </a:spcBef>
              <a:spcAft>
                <a:spcPts val="0"/>
              </a:spcAft>
              <a:buClr>
                <a:schemeClr val="dk1"/>
              </a:buClr>
              <a:buSzPts val="1200"/>
              <a:buChar char="●"/>
            </a:pPr>
            <a:r>
              <a:rPr lang="en">
                <a:solidFill>
                  <a:schemeClr val="dk1"/>
                </a:solidFill>
              </a:rPr>
              <a:t>Congestion </a:t>
            </a:r>
            <a:r>
              <a:rPr lang="en">
                <a:solidFill>
                  <a:schemeClr val="dk1"/>
                </a:solidFill>
              </a:rPr>
              <a:t>avoidance</a:t>
            </a:r>
            <a:endParaRPr>
              <a:solidFill>
                <a:schemeClr val="dk1"/>
              </a:solidFill>
            </a:endParaRPr>
          </a:p>
          <a:p>
            <a:pPr indent="-304800" lvl="0" marL="457200" rtl="0" algn="l">
              <a:lnSpc>
                <a:spcPct val="100000"/>
              </a:lnSpc>
              <a:spcBef>
                <a:spcPts val="0"/>
              </a:spcBef>
              <a:spcAft>
                <a:spcPts val="0"/>
              </a:spcAft>
              <a:buClr>
                <a:schemeClr val="dk1"/>
              </a:buClr>
              <a:buSzPts val="1200"/>
              <a:buChar char="●"/>
            </a:pPr>
            <a:r>
              <a:rPr lang="en">
                <a:solidFill>
                  <a:schemeClr val="dk1"/>
                </a:solidFill>
              </a:rPr>
              <a:t>Slow start</a:t>
            </a:r>
            <a:r>
              <a:rPr lang="en">
                <a:solidFill>
                  <a:schemeClr val="dk1"/>
                </a:solidFill>
              </a:rPr>
              <a:t> </a:t>
            </a:r>
            <a:endParaRPr>
              <a:solidFill>
                <a:schemeClr val="dk1"/>
              </a:solidFill>
            </a:endParaRPr>
          </a:p>
          <a:p>
            <a:pPr indent="0" lvl="0" marL="0" rtl="0" algn="l">
              <a:spcBef>
                <a:spcPts val="0"/>
              </a:spcBef>
              <a:spcAft>
                <a:spcPts val="0"/>
              </a:spcAft>
              <a:buNone/>
            </a:pPr>
            <a:r>
              <a:t/>
            </a:r>
            <a:endParaRPr sz="1400">
              <a:solidFill>
                <a:schemeClr val="dk1"/>
              </a:solidFill>
            </a:endParaRPr>
          </a:p>
        </p:txBody>
      </p:sp>
      <p:pic>
        <p:nvPicPr>
          <p:cNvPr id="1523" name="Google Shape;1523;p41" title="https___dev-to-uploads.s3.amazonaws.com_i_m12gjqex1tbxgsunop0h.jpg"/>
          <p:cNvPicPr preferRelativeResize="0"/>
          <p:nvPr/>
        </p:nvPicPr>
        <p:blipFill>
          <a:blip r:embed="rId3">
            <a:alphaModFix/>
          </a:blip>
          <a:stretch>
            <a:fillRect/>
          </a:stretch>
        </p:blipFill>
        <p:spPr>
          <a:xfrm>
            <a:off x="2858187" y="2925750"/>
            <a:ext cx="3427625" cy="2074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sp>
        <p:nvSpPr>
          <p:cNvPr id="1528" name="Google Shape;1528;p42"/>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Tcp guarantees data </a:t>
            </a:r>
            <a:r>
              <a:rPr lang="en"/>
              <a:t>integrity</a:t>
            </a:r>
            <a:r>
              <a:rPr lang="en"/>
              <a:t> and completeness:</a:t>
            </a:r>
            <a:endParaRPr/>
          </a:p>
          <a:p>
            <a:pPr indent="-317500" lvl="0" marL="457200" rtl="0" algn="l">
              <a:spcBef>
                <a:spcPts val="0"/>
              </a:spcBef>
              <a:spcAft>
                <a:spcPts val="0"/>
              </a:spcAft>
              <a:buSzPts val="1400"/>
              <a:buChar char="●"/>
            </a:pPr>
            <a:r>
              <a:rPr lang="en"/>
              <a:t>Checksums </a:t>
            </a:r>
            <a:endParaRPr/>
          </a:p>
          <a:p>
            <a:pPr indent="0" lvl="0" marL="457200" rtl="0" algn="l">
              <a:spcBef>
                <a:spcPts val="0"/>
              </a:spcBef>
              <a:spcAft>
                <a:spcPts val="0"/>
              </a:spcAft>
              <a:buNone/>
            </a:pPr>
            <a:r>
              <a:rPr lang="en"/>
              <a:t>- detect errors in transmitted data by verifying that what was sent matches what was received.</a:t>
            </a:r>
            <a:endParaRPr/>
          </a:p>
          <a:p>
            <a:pPr indent="-317500" lvl="0" marL="457200" rtl="0" algn="l">
              <a:spcBef>
                <a:spcPts val="0"/>
              </a:spcBef>
              <a:spcAft>
                <a:spcPts val="0"/>
              </a:spcAft>
              <a:buSzPts val="1400"/>
              <a:buChar char="●"/>
            </a:pPr>
            <a:r>
              <a:rPr lang="en"/>
              <a:t>Sequence numbers  </a:t>
            </a:r>
            <a:endParaRPr/>
          </a:p>
          <a:p>
            <a:pPr indent="0" lvl="0" marL="457200" rtl="0" algn="l">
              <a:spcBef>
                <a:spcPts val="0"/>
              </a:spcBef>
              <a:spcAft>
                <a:spcPts val="0"/>
              </a:spcAft>
              <a:buNone/>
            </a:pPr>
            <a:r>
              <a:rPr lang="en"/>
              <a:t>- label packets in order so the receiver can reassemble them correctly even if they arrive out of order.</a:t>
            </a:r>
            <a:endParaRPr/>
          </a:p>
          <a:p>
            <a:pPr indent="-317500" lvl="0" marL="457200" rtl="0" algn="l">
              <a:spcBef>
                <a:spcPts val="0"/>
              </a:spcBef>
              <a:spcAft>
                <a:spcPts val="0"/>
              </a:spcAft>
              <a:buSzPts val="1400"/>
              <a:buChar char="●"/>
            </a:pPr>
            <a:r>
              <a:rPr lang="en"/>
              <a:t>Acknowledgments</a:t>
            </a:r>
            <a:r>
              <a:rPr lang="en"/>
              <a:t>  </a:t>
            </a:r>
            <a:endParaRPr/>
          </a:p>
          <a:p>
            <a:pPr indent="0" lvl="0" marL="457200" rtl="0" algn="l">
              <a:spcBef>
                <a:spcPts val="0"/>
              </a:spcBef>
              <a:spcAft>
                <a:spcPts val="0"/>
              </a:spcAft>
              <a:buNone/>
            </a:pPr>
            <a:r>
              <a:rPr lang="en"/>
              <a:t>-confirmations sent by the receiver to the sender to indicate that a packet was successfully received.</a:t>
            </a:r>
            <a:endParaRPr/>
          </a:p>
          <a:p>
            <a:pPr indent="-317500" lvl="0" marL="457200" rtl="0" algn="l">
              <a:spcBef>
                <a:spcPts val="0"/>
              </a:spcBef>
              <a:spcAft>
                <a:spcPts val="0"/>
              </a:spcAft>
              <a:buSzPts val="1400"/>
              <a:buChar char="●"/>
            </a:pPr>
            <a:r>
              <a:rPr lang="en"/>
              <a:t>Retransmission timeout </a:t>
            </a:r>
            <a:endParaRPr/>
          </a:p>
          <a:p>
            <a:pPr indent="0" lvl="0" marL="457200" rtl="0" algn="l">
              <a:spcBef>
                <a:spcPts val="0"/>
              </a:spcBef>
              <a:spcAft>
                <a:spcPts val="0"/>
              </a:spcAft>
              <a:buNone/>
            </a:pPr>
            <a:r>
              <a:rPr lang="en"/>
              <a:t>-the time a sender waits for an acknowledgment before assuming a packet was lost and resending it.</a:t>
            </a:r>
            <a:endParaRPr/>
          </a:p>
        </p:txBody>
      </p:sp>
      <p:sp>
        <p:nvSpPr>
          <p:cNvPr id="1529" name="Google Shape;1529;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 Detection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43"/>
          <p:cNvSpPr txBox="1"/>
          <p:nvPr>
            <p:ph idx="3" type="subTitle"/>
          </p:nvPr>
        </p:nvSpPr>
        <p:spPr>
          <a:xfrm>
            <a:off x="3520950" y="3608574"/>
            <a:ext cx="2102100" cy="66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Stop and wait</a:t>
            </a:r>
            <a:endParaRPr/>
          </a:p>
        </p:txBody>
      </p:sp>
      <p:sp>
        <p:nvSpPr>
          <p:cNvPr id="1535" name="Google Shape;1535;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Retransmission</a:t>
            </a:r>
            <a:endParaRPr/>
          </a:p>
        </p:txBody>
      </p:sp>
      <p:sp>
        <p:nvSpPr>
          <p:cNvPr id="1536" name="Google Shape;1536;p43"/>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GO-Back-N</a:t>
            </a:r>
            <a:endParaRPr/>
          </a:p>
        </p:txBody>
      </p:sp>
      <p:sp>
        <p:nvSpPr>
          <p:cNvPr id="1537" name="Google Shape;1537;p43"/>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Selective Repeat</a:t>
            </a:r>
            <a:endParaRPr/>
          </a:p>
        </p:txBody>
      </p:sp>
      <p:sp>
        <p:nvSpPr>
          <p:cNvPr id="1538" name="Google Shape;1538;p43"/>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1</a:t>
            </a:r>
            <a:endParaRPr>
              <a:solidFill>
                <a:schemeClr val="dk2"/>
              </a:solidFill>
            </a:endParaRPr>
          </a:p>
        </p:txBody>
      </p:sp>
      <p:sp>
        <p:nvSpPr>
          <p:cNvPr id="1539" name="Google Shape;1539;p43"/>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2</a:t>
            </a:r>
            <a:endParaRPr>
              <a:solidFill>
                <a:schemeClr val="dk2"/>
              </a:solidFill>
            </a:endParaRPr>
          </a:p>
        </p:txBody>
      </p:sp>
      <p:sp>
        <p:nvSpPr>
          <p:cNvPr id="1540" name="Google Shape;1540;p43"/>
          <p:cNvSpPr txBox="1"/>
          <p:nvPr>
            <p:ph idx="7" type="subTitle"/>
          </p:nvPr>
        </p:nvSpPr>
        <p:spPr>
          <a:xfrm>
            <a:off x="3520950" y="3279181"/>
            <a:ext cx="2102100" cy="405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solidFill>
                  <a:schemeClr val="dk2"/>
                </a:solidFill>
              </a:rPr>
              <a:t>3</a:t>
            </a:r>
            <a:endParaRPr>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GO-Back-N</a:t>
            </a:r>
            <a:endParaRPr/>
          </a:p>
        </p:txBody>
      </p:sp>
      <p:sp>
        <p:nvSpPr>
          <p:cNvPr id="1546" name="Google Shape;1546;p44"/>
          <p:cNvSpPr txBox="1"/>
          <p:nvPr>
            <p:ph idx="2" type="subTitle"/>
          </p:nvPr>
        </p:nvSpPr>
        <p:spPr>
          <a:xfrm>
            <a:off x="720000" y="1284700"/>
            <a:ext cx="3543000" cy="300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 back n uses a sliding window if the acknowledgement for a window isnt </a:t>
            </a:r>
            <a:r>
              <a:rPr lang="en"/>
              <a:t>received</a:t>
            </a:r>
            <a:r>
              <a:rPr lang="en"/>
              <a:t> it resends all of the frames in the window </a:t>
            </a:r>
            <a:endParaRPr/>
          </a:p>
        </p:txBody>
      </p:sp>
      <p:pic>
        <p:nvPicPr>
          <p:cNvPr id="1547" name="Google Shape;1547;p44" title="goback n.png"/>
          <p:cNvPicPr preferRelativeResize="0"/>
          <p:nvPr/>
        </p:nvPicPr>
        <p:blipFill>
          <a:blip r:embed="rId3">
            <a:alphaModFix/>
          </a:blip>
          <a:stretch>
            <a:fillRect/>
          </a:stretch>
        </p:blipFill>
        <p:spPr>
          <a:xfrm>
            <a:off x="4415400" y="1170125"/>
            <a:ext cx="4576200" cy="306021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1" name="Shape 1551"/>
        <p:cNvGrpSpPr/>
        <p:nvPr/>
      </p:nvGrpSpPr>
      <p:grpSpPr>
        <a:xfrm>
          <a:off x="0" y="0"/>
          <a:ext cx="0" cy="0"/>
          <a:chOff x="0" y="0"/>
          <a:chExt cx="0" cy="0"/>
        </a:xfrm>
      </p:grpSpPr>
      <p:sp>
        <p:nvSpPr>
          <p:cNvPr id="1552" name="Google Shape;1552;p45"/>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Selective Repeat</a:t>
            </a:r>
            <a:endParaRPr/>
          </a:p>
        </p:txBody>
      </p:sp>
      <p:sp>
        <p:nvSpPr>
          <p:cNvPr id="1553" name="Google Shape;1553;p45"/>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Selective repeat  is when a frame is lost it sends only the missing frame and continues which is harder to implement then the other two </a:t>
            </a:r>
            <a:endParaRPr/>
          </a:p>
        </p:txBody>
      </p:sp>
      <p:pic>
        <p:nvPicPr>
          <p:cNvPr id="1554" name="Google Shape;1554;p45" title="calmd.jpg"/>
          <p:cNvPicPr preferRelativeResize="0"/>
          <p:nvPr/>
        </p:nvPicPr>
        <p:blipFill>
          <a:blip r:embed="rId3">
            <a:alphaModFix/>
          </a:blip>
          <a:stretch>
            <a:fillRect/>
          </a:stretch>
        </p:blipFill>
        <p:spPr>
          <a:xfrm>
            <a:off x="3982375" y="479750"/>
            <a:ext cx="4974003" cy="411909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8" name="Shape 1558"/>
        <p:cNvGrpSpPr/>
        <p:nvPr/>
      </p:nvGrpSpPr>
      <p:grpSpPr>
        <a:xfrm>
          <a:off x="0" y="0"/>
          <a:ext cx="0" cy="0"/>
          <a:chOff x="0" y="0"/>
          <a:chExt cx="0" cy="0"/>
        </a:xfrm>
      </p:grpSpPr>
      <p:sp>
        <p:nvSpPr>
          <p:cNvPr id="1559" name="Google Shape;1559;p46"/>
          <p:cNvSpPr txBox="1"/>
          <p:nvPr>
            <p:ph type="title"/>
          </p:nvPr>
        </p:nvSpPr>
        <p:spPr>
          <a:xfrm>
            <a:off x="720000" y="479750"/>
            <a:ext cx="3145200" cy="102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Stop and Wait</a:t>
            </a:r>
            <a:endParaRPr/>
          </a:p>
        </p:txBody>
      </p:sp>
      <p:sp>
        <p:nvSpPr>
          <p:cNvPr id="1560" name="Google Shape;1560;p46"/>
          <p:cNvSpPr txBox="1"/>
          <p:nvPr>
            <p:ph idx="1" type="subTitle"/>
          </p:nvPr>
        </p:nvSpPr>
        <p:spPr>
          <a:xfrm>
            <a:off x="720000" y="1507850"/>
            <a:ext cx="3145200" cy="310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Stop and wait happens if a frame was lost, it times out and waits then the  same frame gets </a:t>
            </a:r>
            <a:r>
              <a:rPr lang="en"/>
              <a:t>retransmitted</a:t>
            </a:r>
            <a:r>
              <a:rPr lang="en"/>
              <a:t>   </a:t>
            </a:r>
            <a:endParaRPr/>
          </a:p>
        </p:txBody>
      </p:sp>
      <p:pic>
        <p:nvPicPr>
          <p:cNvPr id="1561" name="Google Shape;1561;p46" title="stop and wait.png"/>
          <p:cNvPicPr preferRelativeResize="0"/>
          <p:nvPr>
            <p:ph idx="2" type="pic"/>
          </p:nvPr>
        </p:nvPicPr>
        <p:blipFill rotWithShape="1">
          <a:blip r:embed="rId3">
            <a:alphaModFix/>
          </a:blip>
          <a:srcRect b="0" l="0" r="0" t="0"/>
          <a:stretch/>
        </p:blipFill>
        <p:spPr>
          <a:xfrm>
            <a:off x="4135800" y="347425"/>
            <a:ext cx="4295100" cy="4453500"/>
          </a:xfrm>
          <a:prstGeom prst="snip1Rect">
            <a:avLst>
              <a:gd fmla="val 16667" name="adj"/>
            </a:avLst>
          </a:prstGeom>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